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31"/>
  </p:notesMasterIdLst>
  <p:handoutMasterIdLst>
    <p:handoutMasterId r:id="rId32"/>
  </p:handoutMasterIdLst>
  <p:sldIdLst>
    <p:sldId id="296" r:id="rId2"/>
    <p:sldId id="298" r:id="rId3"/>
    <p:sldId id="284" r:id="rId4"/>
    <p:sldId id="269" r:id="rId5"/>
    <p:sldId id="272" r:id="rId6"/>
    <p:sldId id="300" r:id="rId7"/>
    <p:sldId id="265" r:id="rId8"/>
    <p:sldId id="280" r:id="rId9"/>
    <p:sldId id="258" r:id="rId10"/>
    <p:sldId id="312" r:id="rId11"/>
    <p:sldId id="259" r:id="rId12"/>
    <p:sldId id="313" r:id="rId13"/>
    <p:sldId id="260" r:id="rId14"/>
    <p:sldId id="301" r:id="rId15"/>
    <p:sldId id="314" r:id="rId16"/>
    <p:sldId id="315" r:id="rId17"/>
    <p:sldId id="302" r:id="rId18"/>
    <p:sldId id="303" r:id="rId19"/>
    <p:sldId id="304" r:id="rId20"/>
    <p:sldId id="305" r:id="rId21"/>
    <p:sldId id="306" r:id="rId22"/>
    <p:sldId id="307" r:id="rId23"/>
    <p:sldId id="316" r:id="rId24"/>
    <p:sldId id="317" r:id="rId25"/>
    <p:sldId id="270" r:id="rId26"/>
    <p:sldId id="318" r:id="rId27"/>
    <p:sldId id="319" r:id="rId28"/>
    <p:sldId id="283" r:id="rId29"/>
    <p:sldId id="286" r:id="rId30"/>
  </p:sldIdLst>
  <p:sldSz cx="9144000" cy="6858000" type="screen4x3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rbel" panose="020B050302020402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rbel" panose="020B050302020402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rbel" panose="020B050302020402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rbel" panose="020B050302020402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rbel" panose="020B0503020204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rbel" panose="020B0503020204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rbel" panose="020B0503020204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rbel" panose="020B0503020204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rbel" panose="020B0503020204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19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008000"/>
    <a:srgbClr val="99FF33"/>
    <a:srgbClr val="003300"/>
    <a:srgbClr val="66FF66"/>
    <a:srgbClr val="005E00"/>
    <a:srgbClr val="A5FFA5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5431" autoAdjust="0"/>
  </p:normalViewPr>
  <p:slideViewPr>
    <p:cSldViewPr>
      <p:cViewPr varScale="1">
        <p:scale>
          <a:sx n="109" d="100"/>
          <a:sy n="109" d="100"/>
        </p:scale>
        <p:origin x="1674" y="114"/>
      </p:cViewPr>
      <p:guideLst>
        <p:guide orient="horz" pos="4319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37" d="100"/>
          <a:sy n="37" d="100"/>
        </p:scale>
        <p:origin x="-1090" y="-5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image" Target="../media/image4.emf"/><Relationship Id="rId7" Type="http://schemas.openxmlformats.org/officeDocument/2006/relationships/image" Target="../media/image8.emf"/><Relationship Id="rId2" Type="http://schemas.openxmlformats.org/officeDocument/2006/relationships/image" Target="../media/image3.emf"/><Relationship Id="rId1" Type="http://schemas.openxmlformats.org/officeDocument/2006/relationships/image" Target="../media/image2.emf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10" Type="http://schemas.openxmlformats.org/officeDocument/2006/relationships/image" Target="../media/image11.emf"/><Relationship Id="rId4" Type="http://schemas.openxmlformats.org/officeDocument/2006/relationships/image" Target="../media/image5.emf"/><Relationship Id="rId9" Type="http://schemas.openxmlformats.org/officeDocument/2006/relationships/image" Target="../media/image10.e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3" Type="http://schemas.openxmlformats.org/officeDocument/2006/relationships/image" Target="../media/image14.emf"/><Relationship Id="rId7" Type="http://schemas.openxmlformats.org/officeDocument/2006/relationships/image" Target="../media/image18.emf"/><Relationship Id="rId2" Type="http://schemas.openxmlformats.org/officeDocument/2006/relationships/image" Target="../media/image13.emf"/><Relationship Id="rId1" Type="http://schemas.openxmlformats.org/officeDocument/2006/relationships/image" Target="../media/image12.emf"/><Relationship Id="rId6" Type="http://schemas.openxmlformats.org/officeDocument/2006/relationships/image" Target="../media/image17.emf"/><Relationship Id="rId5" Type="http://schemas.openxmlformats.org/officeDocument/2006/relationships/image" Target="../media/image16.emf"/><Relationship Id="rId4" Type="http://schemas.openxmlformats.org/officeDocument/2006/relationships/image" Target="../media/image15.emf"/><Relationship Id="rId9" Type="http://schemas.openxmlformats.org/officeDocument/2006/relationships/image" Target="../media/image20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" Type="http://schemas.openxmlformats.org/officeDocument/2006/relationships/image" Target="../media/image21.emf"/><Relationship Id="rId6" Type="http://schemas.openxmlformats.org/officeDocument/2006/relationships/image" Target="../media/image26.emf"/><Relationship Id="rId5" Type="http://schemas.openxmlformats.org/officeDocument/2006/relationships/image" Target="../media/image25.emf"/><Relationship Id="rId4" Type="http://schemas.openxmlformats.org/officeDocument/2006/relationships/image" Target="../media/image24.e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.emf"/><Relationship Id="rId3" Type="http://schemas.openxmlformats.org/officeDocument/2006/relationships/image" Target="../media/image29.emf"/><Relationship Id="rId7" Type="http://schemas.openxmlformats.org/officeDocument/2006/relationships/image" Target="../media/image33.emf"/><Relationship Id="rId2" Type="http://schemas.openxmlformats.org/officeDocument/2006/relationships/image" Target="../media/image28.emf"/><Relationship Id="rId1" Type="http://schemas.openxmlformats.org/officeDocument/2006/relationships/image" Target="../media/image27.emf"/><Relationship Id="rId6" Type="http://schemas.openxmlformats.org/officeDocument/2006/relationships/image" Target="../media/image32.emf"/><Relationship Id="rId11" Type="http://schemas.openxmlformats.org/officeDocument/2006/relationships/image" Target="../media/image37.emf"/><Relationship Id="rId5" Type="http://schemas.openxmlformats.org/officeDocument/2006/relationships/image" Target="../media/image31.emf"/><Relationship Id="rId10" Type="http://schemas.openxmlformats.org/officeDocument/2006/relationships/image" Target="../media/image36.emf"/><Relationship Id="rId4" Type="http://schemas.openxmlformats.org/officeDocument/2006/relationships/image" Target="../media/image30.emf"/><Relationship Id="rId9" Type="http://schemas.openxmlformats.org/officeDocument/2006/relationships/image" Target="../media/image35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9.emf"/><Relationship Id="rId1" Type="http://schemas.openxmlformats.org/officeDocument/2006/relationships/image" Target="../media/image38.emf"/><Relationship Id="rId6" Type="http://schemas.openxmlformats.org/officeDocument/2006/relationships/image" Target="../media/image43.emf"/><Relationship Id="rId5" Type="http://schemas.openxmlformats.org/officeDocument/2006/relationships/image" Target="../media/image42.emf"/><Relationship Id="rId4" Type="http://schemas.openxmlformats.org/officeDocument/2006/relationships/image" Target="../media/image41.e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51.emf"/><Relationship Id="rId3" Type="http://schemas.openxmlformats.org/officeDocument/2006/relationships/image" Target="../media/image46.emf"/><Relationship Id="rId7" Type="http://schemas.openxmlformats.org/officeDocument/2006/relationships/image" Target="../media/image50.emf"/><Relationship Id="rId2" Type="http://schemas.openxmlformats.org/officeDocument/2006/relationships/image" Target="../media/image45.emf"/><Relationship Id="rId1" Type="http://schemas.openxmlformats.org/officeDocument/2006/relationships/image" Target="../media/image44.emf"/><Relationship Id="rId6" Type="http://schemas.openxmlformats.org/officeDocument/2006/relationships/image" Target="../media/image49.emf"/><Relationship Id="rId11" Type="http://schemas.openxmlformats.org/officeDocument/2006/relationships/image" Target="../media/image54.emf"/><Relationship Id="rId5" Type="http://schemas.openxmlformats.org/officeDocument/2006/relationships/image" Target="../media/image48.emf"/><Relationship Id="rId10" Type="http://schemas.openxmlformats.org/officeDocument/2006/relationships/image" Target="../media/image53.emf"/><Relationship Id="rId4" Type="http://schemas.openxmlformats.org/officeDocument/2006/relationships/image" Target="../media/image47.emf"/><Relationship Id="rId9" Type="http://schemas.openxmlformats.org/officeDocument/2006/relationships/image" Target="../media/image52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2" Type="http://schemas.openxmlformats.org/officeDocument/2006/relationships/image" Target="../media/image56.emf"/><Relationship Id="rId1" Type="http://schemas.openxmlformats.org/officeDocument/2006/relationships/image" Target="../media/image55.emf"/><Relationship Id="rId5" Type="http://schemas.openxmlformats.org/officeDocument/2006/relationships/image" Target="../media/image59.emf"/><Relationship Id="rId4" Type="http://schemas.openxmlformats.org/officeDocument/2006/relationships/image" Target="../media/image58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62.emf"/><Relationship Id="rId2" Type="http://schemas.openxmlformats.org/officeDocument/2006/relationships/image" Target="../media/image61.emf"/><Relationship Id="rId1" Type="http://schemas.openxmlformats.org/officeDocument/2006/relationships/image" Target="../media/image60.emf"/><Relationship Id="rId5" Type="http://schemas.openxmlformats.org/officeDocument/2006/relationships/image" Target="../media/image64.emf"/><Relationship Id="rId4" Type="http://schemas.openxmlformats.org/officeDocument/2006/relationships/image" Target="../media/image63.e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72.emf"/><Relationship Id="rId3" Type="http://schemas.openxmlformats.org/officeDocument/2006/relationships/image" Target="../media/image67.emf"/><Relationship Id="rId7" Type="http://schemas.openxmlformats.org/officeDocument/2006/relationships/image" Target="../media/image71.emf"/><Relationship Id="rId2" Type="http://schemas.openxmlformats.org/officeDocument/2006/relationships/image" Target="../media/image66.emf"/><Relationship Id="rId1" Type="http://schemas.openxmlformats.org/officeDocument/2006/relationships/image" Target="../media/image65.emf"/><Relationship Id="rId6" Type="http://schemas.openxmlformats.org/officeDocument/2006/relationships/image" Target="../media/image70.emf"/><Relationship Id="rId5" Type="http://schemas.openxmlformats.org/officeDocument/2006/relationships/image" Target="../media/image69.emf"/><Relationship Id="rId4" Type="http://schemas.openxmlformats.org/officeDocument/2006/relationships/image" Target="../media/image68.e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80.emf"/><Relationship Id="rId13" Type="http://schemas.openxmlformats.org/officeDocument/2006/relationships/image" Target="../media/image85.emf"/><Relationship Id="rId3" Type="http://schemas.openxmlformats.org/officeDocument/2006/relationships/image" Target="../media/image75.emf"/><Relationship Id="rId7" Type="http://schemas.openxmlformats.org/officeDocument/2006/relationships/image" Target="../media/image79.emf"/><Relationship Id="rId12" Type="http://schemas.openxmlformats.org/officeDocument/2006/relationships/image" Target="../media/image84.emf"/><Relationship Id="rId2" Type="http://schemas.openxmlformats.org/officeDocument/2006/relationships/image" Target="../media/image74.emf"/><Relationship Id="rId1" Type="http://schemas.openxmlformats.org/officeDocument/2006/relationships/image" Target="../media/image73.emf"/><Relationship Id="rId6" Type="http://schemas.openxmlformats.org/officeDocument/2006/relationships/image" Target="../media/image78.emf"/><Relationship Id="rId11" Type="http://schemas.openxmlformats.org/officeDocument/2006/relationships/image" Target="../media/image83.emf"/><Relationship Id="rId5" Type="http://schemas.openxmlformats.org/officeDocument/2006/relationships/image" Target="../media/image77.emf"/><Relationship Id="rId10" Type="http://schemas.openxmlformats.org/officeDocument/2006/relationships/image" Target="../media/image82.emf"/><Relationship Id="rId4" Type="http://schemas.openxmlformats.org/officeDocument/2006/relationships/image" Target="../media/image76.emf"/><Relationship Id="rId9" Type="http://schemas.openxmlformats.org/officeDocument/2006/relationships/image" Target="../media/image81.e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8.emf"/><Relationship Id="rId2" Type="http://schemas.openxmlformats.org/officeDocument/2006/relationships/image" Target="../media/image87.emf"/><Relationship Id="rId1" Type="http://schemas.openxmlformats.org/officeDocument/2006/relationships/image" Target="../media/image86.emf"/><Relationship Id="rId6" Type="http://schemas.openxmlformats.org/officeDocument/2006/relationships/image" Target="../media/image91.emf"/><Relationship Id="rId5" Type="http://schemas.openxmlformats.org/officeDocument/2006/relationships/image" Target="../media/image90.emf"/><Relationship Id="rId4" Type="http://schemas.openxmlformats.org/officeDocument/2006/relationships/image" Target="../media/image89.e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99.emf"/><Relationship Id="rId3" Type="http://schemas.openxmlformats.org/officeDocument/2006/relationships/image" Target="../media/image94.emf"/><Relationship Id="rId7" Type="http://schemas.openxmlformats.org/officeDocument/2006/relationships/image" Target="../media/image98.emf"/><Relationship Id="rId2" Type="http://schemas.openxmlformats.org/officeDocument/2006/relationships/image" Target="../media/image93.emf"/><Relationship Id="rId1" Type="http://schemas.openxmlformats.org/officeDocument/2006/relationships/image" Target="../media/image92.emf"/><Relationship Id="rId6" Type="http://schemas.openxmlformats.org/officeDocument/2006/relationships/image" Target="../media/image97.emf"/><Relationship Id="rId5" Type="http://schemas.openxmlformats.org/officeDocument/2006/relationships/image" Target="../media/image96.emf"/><Relationship Id="rId10" Type="http://schemas.openxmlformats.org/officeDocument/2006/relationships/image" Target="../media/image101.emf"/><Relationship Id="rId4" Type="http://schemas.openxmlformats.org/officeDocument/2006/relationships/image" Target="../media/image95.emf"/><Relationship Id="rId9" Type="http://schemas.openxmlformats.org/officeDocument/2006/relationships/image" Target="../media/image100.e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emf"/><Relationship Id="rId3" Type="http://schemas.openxmlformats.org/officeDocument/2006/relationships/image" Target="../media/image104.emf"/><Relationship Id="rId7" Type="http://schemas.openxmlformats.org/officeDocument/2006/relationships/image" Target="../media/image108.emf"/><Relationship Id="rId2" Type="http://schemas.openxmlformats.org/officeDocument/2006/relationships/image" Target="../media/image103.emf"/><Relationship Id="rId1" Type="http://schemas.openxmlformats.org/officeDocument/2006/relationships/image" Target="../media/image102.emf"/><Relationship Id="rId6" Type="http://schemas.openxmlformats.org/officeDocument/2006/relationships/image" Target="../media/image107.emf"/><Relationship Id="rId5" Type="http://schemas.openxmlformats.org/officeDocument/2006/relationships/image" Target="../media/image106.emf"/><Relationship Id="rId4" Type="http://schemas.openxmlformats.org/officeDocument/2006/relationships/image" Target="../media/image105.e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emf"/><Relationship Id="rId3" Type="http://schemas.openxmlformats.org/officeDocument/2006/relationships/image" Target="../media/image112.emf"/><Relationship Id="rId7" Type="http://schemas.openxmlformats.org/officeDocument/2006/relationships/image" Target="../media/image116.emf"/><Relationship Id="rId2" Type="http://schemas.openxmlformats.org/officeDocument/2006/relationships/image" Target="../media/image111.emf"/><Relationship Id="rId1" Type="http://schemas.openxmlformats.org/officeDocument/2006/relationships/image" Target="../media/image110.emf"/><Relationship Id="rId6" Type="http://schemas.openxmlformats.org/officeDocument/2006/relationships/image" Target="../media/image115.emf"/><Relationship Id="rId5" Type="http://schemas.openxmlformats.org/officeDocument/2006/relationships/image" Target="../media/image114.emf"/><Relationship Id="rId10" Type="http://schemas.openxmlformats.org/officeDocument/2006/relationships/image" Target="../media/image119.emf"/><Relationship Id="rId4" Type="http://schemas.openxmlformats.org/officeDocument/2006/relationships/image" Target="../media/image113.emf"/><Relationship Id="rId9" Type="http://schemas.openxmlformats.org/officeDocument/2006/relationships/image" Target="../media/image118.e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wmf"/><Relationship Id="rId3" Type="http://schemas.openxmlformats.org/officeDocument/2006/relationships/image" Target="../media/image122.emf"/><Relationship Id="rId7" Type="http://schemas.openxmlformats.org/officeDocument/2006/relationships/image" Target="../media/image126.emf"/><Relationship Id="rId2" Type="http://schemas.openxmlformats.org/officeDocument/2006/relationships/image" Target="../media/image121.emf"/><Relationship Id="rId1" Type="http://schemas.openxmlformats.org/officeDocument/2006/relationships/image" Target="../media/image120.emf"/><Relationship Id="rId6" Type="http://schemas.openxmlformats.org/officeDocument/2006/relationships/image" Target="../media/image125.emf"/><Relationship Id="rId5" Type="http://schemas.openxmlformats.org/officeDocument/2006/relationships/image" Target="../media/image124.emf"/><Relationship Id="rId4" Type="http://schemas.openxmlformats.org/officeDocument/2006/relationships/image" Target="../media/image123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emf"/><Relationship Id="rId3" Type="http://schemas.openxmlformats.org/officeDocument/2006/relationships/image" Target="../media/image130.emf"/><Relationship Id="rId7" Type="http://schemas.openxmlformats.org/officeDocument/2006/relationships/image" Target="../media/image134.emf"/><Relationship Id="rId2" Type="http://schemas.openxmlformats.org/officeDocument/2006/relationships/image" Target="../media/image129.emf"/><Relationship Id="rId1" Type="http://schemas.openxmlformats.org/officeDocument/2006/relationships/image" Target="../media/image128.emf"/><Relationship Id="rId6" Type="http://schemas.openxmlformats.org/officeDocument/2006/relationships/image" Target="../media/image133.emf"/><Relationship Id="rId5" Type="http://schemas.openxmlformats.org/officeDocument/2006/relationships/image" Target="../media/image132.emf"/><Relationship Id="rId10" Type="http://schemas.openxmlformats.org/officeDocument/2006/relationships/image" Target="../media/image137.emf"/><Relationship Id="rId4" Type="http://schemas.openxmlformats.org/officeDocument/2006/relationships/image" Target="../media/image131.emf"/><Relationship Id="rId9" Type="http://schemas.openxmlformats.org/officeDocument/2006/relationships/image" Target="../media/image136.e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emf"/><Relationship Id="rId3" Type="http://schemas.openxmlformats.org/officeDocument/2006/relationships/image" Target="../media/image140.emf"/><Relationship Id="rId7" Type="http://schemas.openxmlformats.org/officeDocument/2006/relationships/image" Target="../media/image144.emf"/><Relationship Id="rId2" Type="http://schemas.openxmlformats.org/officeDocument/2006/relationships/image" Target="../media/image139.emf"/><Relationship Id="rId1" Type="http://schemas.openxmlformats.org/officeDocument/2006/relationships/image" Target="../media/image138.emf"/><Relationship Id="rId6" Type="http://schemas.openxmlformats.org/officeDocument/2006/relationships/image" Target="../media/image143.emf"/><Relationship Id="rId5" Type="http://schemas.openxmlformats.org/officeDocument/2006/relationships/image" Target="../media/image142.emf"/><Relationship Id="rId4" Type="http://schemas.openxmlformats.org/officeDocument/2006/relationships/image" Target="../media/image141.emf"/><Relationship Id="rId9" Type="http://schemas.openxmlformats.org/officeDocument/2006/relationships/image" Target="../media/image146.e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emf"/><Relationship Id="rId3" Type="http://schemas.openxmlformats.org/officeDocument/2006/relationships/image" Target="../media/image150.emf"/><Relationship Id="rId7" Type="http://schemas.openxmlformats.org/officeDocument/2006/relationships/image" Target="../media/image154.emf"/><Relationship Id="rId2" Type="http://schemas.openxmlformats.org/officeDocument/2006/relationships/image" Target="../media/image149.emf"/><Relationship Id="rId1" Type="http://schemas.openxmlformats.org/officeDocument/2006/relationships/image" Target="../media/image148.emf"/><Relationship Id="rId6" Type="http://schemas.openxmlformats.org/officeDocument/2006/relationships/image" Target="../media/image153.emf"/><Relationship Id="rId5" Type="http://schemas.openxmlformats.org/officeDocument/2006/relationships/image" Target="../media/image152.emf"/><Relationship Id="rId4" Type="http://schemas.openxmlformats.org/officeDocument/2006/relationships/image" Target="../media/image151.emf"/><Relationship Id="rId9" Type="http://schemas.openxmlformats.org/officeDocument/2006/relationships/image" Target="../media/image156.e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emf"/><Relationship Id="rId13" Type="http://schemas.openxmlformats.org/officeDocument/2006/relationships/image" Target="../media/image169.emf"/><Relationship Id="rId3" Type="http://schemas.openxmlformats.org/officeDocument/2006/relationships/image" Target="../media/image159.emf"/><Relationship Id="rId7" Type="http://schemas.openxmlformats.org/officeDocument/2006/relationships/image" Target="../media/image163.emf"/><Relationship Id="rId12" Type="http://schemas.openxmlformats.org/officeDocument/2006/relationships/image" Target="../media/image168.emf"/><Relationship Id="rId17" Type="http://schemas.openxmlformats.org/officeDocument/2006/relationships/image" Target="../media/image173.emf"/><Relationship Id="rId2" Type="http://schemas.openxmlformats.org/officeDocument/2006/relationships/image" Target="../media/image158.emf"/><Relationship Id="rId16" Type="http://schemas.openxmlformats.org/officeDocument/2006/relationships/image" Target="../media/image172.emf"/><Relationship Id="rId1" Type="http://schemas.openxmlformats.org/officeDocument/2006/relationships/image" Target="../media/image157.emf"/><Relationship Id="rId6" Type="http://schemas.openxmlformats.org/officeDocument/2006/relationships/image" Target="../media/image162.emf"/><Relationship Id="rId11" Type="http://schemas.openxmlformats.org/officeDocument/2006/relationships/image" Target="../media/image167.emf"/><Relationship Id="rId5" Type="http://schemas.openxmlformats.org/officeDocument/2006/relationships/image" Target="../media/image161.emf"/><Relationship Id="rId15" Type="http://schemas.openxmlformats.org/officeDocument/2006/relationships/image" Target="../media/image171.emf"/><Relationship Id="rId10" Type="http://schemas.openxmlformats.org/officeDocument/2006/relationships/image" Target="../media/image166.emf"/><Relationship Id="rId4" Type="http://schemas.openxmlformats.org/officeDocument/2006/relationships/image" Target="../media/image160.emf"/><Relationship Id="rId9" Type="http://schemas.openxmlformats.org/officeDocument/2006/relationships/image" Target="../media/image165.emf"/><Relationship Id="rId14" Type="http://schemas.openxmlformats.org/officeDocument/2006/relationships/image" Target="../media/image170.e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emf"/><Relationship Id="rId13" Type="http://schemas.openxmlformats.org/officeDocument/2006/relationships/image" Target="../media/image186.emf"/><Relationship Id="rId3" Type="http://schemas.openxmlformats.org/officeDocument/2006/relationships/image" Target="../media/image176.emf"/><Relationship Id="rId7" Type="http://schemas.openxmlformats.org/officeDocument/2006/relationships/image" Target="../media/image180.emf"/><Relationship Id="rId12" Type="http://schemas.openxmlformats.org/officeDocument/2006/relationships/image" Target="../media/image185.emf"/><Relationship Id="rId2" Type="http://schemas.openxmlformats.org/officeDocument/2006/relationships/image" Target="../media/image175.emf"/><Relationship Id="rId1" Type="http://schemas.openxmlformats.org/officeDocument/2006/relationships/image" Target="../media/image174.emf"/><Relationship Id="rId6" Type="http://schemas.openxmlformats.org/officeDocument/2006/relationships/image" Target="../media/image179.emf"/><Relationship Id="rId11" Type="http://schemas.openxmlformats.org/officeDocument/2006/relationships/image" Target="../media/image184.emf"/><Relationship Id="rId5" Type="http://schemas.openxmlformats.org/officeDocument/2006/relationships/image" Target="../media/image178.emf"/><Relationship Id="rId10" Type="http://schemas.openxmlformats.org/officeDocument/2006/relationships/image" Target="../media/image183.emf"/><Relationship Id="rId4" Type="http://schemas.openxmlformats.org/officeDocument/2006/relationships/image" Target="../media/image177.emf"/><Relationship Id="rId9" Type="http://schemas.openxmlformats.org/officeDocument/2006/relationships/image" Target="../media/image182.emf"/><Relationship Id="rId14" Type="http://schemas.openxmlformats.org/officeDocument/2006/relationships/image" Target="../media/image187.e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5.emf"/><Relationship Id="rId3" Type="http://schemas.openxmlformats.org/officeDocument/2006/relationships/image" Target="../media/image190.emf"/><Relationship Id="rId7" Type="http://schemas.openxmlformats.org/officeDocument/2006/relationships/image" Target="../media/image194.emf"/><Relationship Id="rId2" Type="http://schemas.openxmlformats.org/officeDocument/2006/relationships/image" Target="../media/image189.emf"/><Relationship Id="rId1" Type="http://schemas.openxmlformats.org/officeDocument/2006/relationships/image" Target="../media/image188.emf"/><Relationship Id="rId6" Type="http://schemas.openxmlformats.org/officeDocument/2006/relationships/image" Target="../media/image193.emf"/><Relationship Id="rId11" Type="http://schemas.openxmlformats.org/officeDocument/2006/relationships/image" Target="../media/image198.emf"/><Relationship Id="rId5" Type="http://schemas.openxmlformats.org/officeDocument/2006/relationships/image" Target="../media/image192.emf"/><Relationship Id="rId10" Type="http://schemas.openxmlformats.org/officeDocument/2006/relationships/image" Target="../media/image197.emf"/><Relationship Id="rId4" Type="http://schemas.openxmlformats.org/officeDocument/2006/relationships/image" Target="../media/image191.emf"/><Relationship Id="rId9" Type="http://schemas.openxmlformats.org/officeDocument/2006/relationships/image" Target="../media/image196.e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emf"/><Relationship Id="rId2" Type="http://schemas.openxmlformats.org/officeDocument/2006/relationships/image" Target="../media/image200.emf"/><Relationship Id="rId1" Type="http://schemas.openxmlformats.org/officeDocument/2006/relationships/image" Target="../media/image199.emf"/><Relationship Id="rId6" Type="http://schemas.openxmlformats.org/officeDocument/2006/relationships/image" Target="../media/image204.emf"/><Relationship Id="rId5" Type="http://schemas.openxmlformats.org/officeDocument/2006/relationships/image" Target="../media/image203.emf"/><Relationship Id="rId4" Type="http://schemas.openxmlformats.org/officeDocument/2006/relationships/image" Target="../media/image202.e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8.emf"/><Relationship Id="rId2" Type="http://schemas.openxmlformats.org/officeDocument/2006/relationships/image" Target="../media/image207.emf"/><Relationship Id="rId1" Type="http://schemas.openxmlformats.org/officeDocument/2006/relationships/image" Target="../media/image206.emf"/><Relationship Id="rId6" Type="http://schemas.openxmlformats.org/officeDocument/2006/relationships/image" Target="../media/image211.emf"/><Relationship Id="rId5" Type="http://schemas.openxmlformats.org/officeDocument/2006/relationships/image" Target="../media/image210.emf"/><Relationship Id="rId4" Type="http://schemas.openxmlformats.org/officeDocument/2006/relationships/image" Target="../media/image209.e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9.emf"/><Relationship Id="rId13" Type="http://schemas.openxmlformats.org/officeDocument/2006/relationships/image" Target="../media/image224.emf"/><Relationship Id="rId3" Type="http://schemas.openxmlformats.org/officeDocument/2006/relationships/image" Target="../media/image214.emf"/><Relationship Id="rId7" Type="http://schemas.openxmlformats.org/officeDocument/2006/relationships/image" Target="../media/image218.emf"/><Relationship Id="rId12" Type="http://schemas.openxmlformats.org/officeDocument/2006/relationships/image" Target="../media/image223.emf"/><Relationship Id="rId2" Type="http://schemas.openxmlformats.org/officeDocument/2006/relationships/image" Target="../media/image213.emf"/><Relationship Id="rId1" Type="http://schemas.openxmlformats.org/officeDocument/2006/relationships/image" Target="../media/image212.emf"/><Relationship Id="rId6" Type="http://schemas.openxmlformats.org/officeDocument/2006/relationships/image" Target="../media/image217.emf"/><Relationship Id="rId11" Type="http://schemas.openxmlformats.org/officeDocument/2006/relationships/image" Target="../media/image222.emf"/><Relationship Id="rId5" Type="http://schemas.openxmlformats.org/officeDocument/2006/relationships/image" Target="../media/image216.emf"/><Relationship Id="rId10" Type="http://schemas.openxmlformats.org/officeDocument/2006/relationships/image" Target="../media/image221.emf"/><Relationship Id="rId4" Type="http://schemas.openxmlformats.org/officeDocument/2006/relationships/image" Target="../media/image215.emf"/><Relationship Id="rId9" Type="http://schemas.openxmlformats.org/officeDocument/2006/relationships/image" Target="../media/image220.e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7.emf"/><Relationship Id="rId7" Type="http://schemas.openxmlformats.org/officeDocument/2006/relationships/image" Target="../media/image231.emf"/><Relationship Id="rId2" Type="http://schemas.openxmlformats.org/officeDocument/2006/relationships/image" Target="../media/image226.emf"/><Relationship Id="rId1" Type="http://schemas.openxmlformats.org/officeDocument/2006/relationships/image" Target="../media/image225.emf"/><Relationship Id="rId6" Type="http://schemas.openxmlformats.org/officeDocument/2006/relationships/image" Target="../media/image230.emf"/><Relationship Id="rId5" Type="http://schemas.openxmlformats.org/officeDocument/2006/relationships/image" Target="../media/image229.emf"/><Relationship Id="rId4" Type="http://schemas.openxmlformats.org/officeDocument/2006/relationships/image" Target="../media/image228.e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9.emf"/><Relationship Id="rId3" Type="http://schemas.openxmlformats.org/officeDocument/2006/relationships/image" Target="../media/image234.emf"/><Relationship Id="rId7" Type="http://schemas.openxmlformats.org/officeDocument/2006/relationships/image" Target="../media/image238.emf"/><Relationship Id="rId2" Type="http://schemas.openxmlformats.org/officeDocument/2006/relationships/image" Target="../media/image233.emf"/><Relationship Id="rId1" Type="http://schemas.openxmlformats.org/officeDocument/2006/relationships/image" Target="../media/image232.emf"/><Relationship Id="rId6" Type="http://schemas.openxmlformats.org/officeDocument/2006/relationships/image" Target="../media/image237.emf"/><Relationship Id="rId5" Type="http://schemas.openxmlformats.org/officeDocument/2006/relationships/image" Target="../media/image236.emf"/><Relationship Id="rId4" Type="http://schemas.openxmlformats.org/officeDocument/2006/relationships/image" Target="../media/image235.emf"/><Relationship Id="rId9" Type="http://schemas.openxmlformats.org/officeDocument/2006/relationships/image" Target="../media/image240.e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8.emf"/><Relationship Id="rId3" Type="http://schemas.openxmlformats.org/officeDocument/2006/relationships/image" Target="../media/image243.emf"/><Relationship Id="rId7" Type="http://schemas.openxmlformats.org/officeDocument/2006/relationships/image" Target="../media/image247.emf"/><Relationship Id="rId2" Type="http://schemas.openxmlformats.org/officeDocument/2006/relationships/image" Target="../media/image242.emf"/><Relationship Id="rId1" Type="http://schemas.openxmlformats.org/officeDocument/2006/relationships/image" Target="../media/image241.emf"/><Relationship Id="rId6" Type="http://schemas.openxmlformats.org/officeDocument/2006/relationships/image" Target="../media/image246.emf"/><Relationship Id="rId5" Type="http://schemas.openxmlformats.org/officeDocument/2006/relationships/image" Target="../media/image245.emf"/><Relationship Id="rId10" Type="http://schemas.openxmlformats.org/officeDocument/2006/relationships/image" Target="../media/image250.emf"/><Relationship Id="rId4" Type="http://schemas.openxmlformats.org/officeDocument/2006/relationships/image" Target="../media/image244.emf"/><Relationship Id="rId9" Type="http://schemas.openxmlformats.org/officeDocument/2006/relationships/image" Target="../media/image249.e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3.emf"/><Relationship Id="rId7" Type="http://schemas.openxmlformats.org/officeDocument/2006/relationships/image" Target="../media/image257.emf"/><Relationship Id="rId2" Type="http://schemas.openxmlformats.org/officeDocument/2006/relationships/image" Target="../media/image252.emf"/><Relationship Id="rId1" Type="http://schemas.openxmlformats.org/officeDocument/2006/relationships/image" Target="../media/image251.emf"/><Relationship Id="rId6" Type="http://schemas.openxmlformats.org/officeDocument/2006/relationships/image" Target="../media/image256.emf"/><Relationship Id="rId5" Type="http://schemas.openxmlformats.org/officeDocument/2006/relationships/image" Target="../media/image255.emf"/><Relationship Id="rId4" Type="http://schemas.openxmlformats.org/officeDocument/2006/relationships/image" Target="../media/image254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fld id="{D4FA006D-E7EC-46DF-9E65-82AD5140D6AD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0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单击以编辑母版文本样式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fld id="{560E664E-72CC-4546-84AB-75710FE6740E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  <p:sp>
        <p:nvSpPr>
          <p:cNvPr id="922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fld id="{085C3806-CBD6-47BF-9975-AE8C8194AA62}" type="slidenum">
              <a:rPr lang="en-US" altLang="zh-CN">
                <a:latin typeface="Calibri" panose="020F0502020204030204" pitchFamily="34" charset="0"/>
              </a:rPr>
              <a:pPr/>
              <a:t>3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  <p:sp>
        <p:nvSpPr>
          <p:cNvPr id="2662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fld id="{5338F32E-35C1-49C2-81B9-F5FC0E2243A4}" type="slidenum">
              <a:rPr lang="en-US" altLang="zh-CN">
                <a:latin typeface="Calibri" panose="020F0502020204030204" pitchFamily="34" charset="0"/>
              </a:rPr>
              <a:pPr/>
              <a:t>19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fld id="{2D091BE6-0761-469C-BF16-A796216D0E95}" type="slidenum">
              <a:rPr lang="en-US" altLang="zh-CN">
                <a:latin typeface="Calibri" panose="020F0502020204030204" pitchFamily="34" charset="0"/>
              </a:rPr>
              <a:pPr/>
              <a:t>23</a:t>
            </a:fld>
            <a:endParaRPr lang="en-US" altLang="zh-CN">
              <a:latin typeface="Calibri" panose="020F0502020204030204" pitchFamily="34" charset="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smtClean="0"/>
              <a:t>运行时</a:t>
            </a:r>
            <a:r>
              <a:rPr lang="en-US" altLang="zh-CN" smtClean="0"/>
              <a:t>, </a:t>
            </a:r>
            <a:r>
              <a:rPr lang="zh-CN" altLang="en-US" smtClean="0"/>
              <a:t>点击相片</a:t>
            </a:r>
            <a:r>
              <a:rPr lang="en-US" altLang="zh-CN" smtClean="0"/>
              <a:t>, </a:t>
            </a:r>
            <a:r>
              <a:rPr lang="zh-CN" altLang="en-US" smtClean="0"/>
              <a:t>或按钮“伯努利”</a:t>
            </a:r>
            <a:r>
              <a:rPr lang="en-US" altLang="zh-CN" smtClean="0"/>
              <a:t>, </a:t>
            </a:r>
            <a:r>
              <a:rPr lang="zh-CN" altLang="en-US" smtClean="0"/>
              <a:t>可显示伯努利简介</a:t>
            </a:r>
            <a:r>
              <a:rPr lang="en-US" altLang="zh-CN" smtClean="0"/>
              <a:t>,</a:t>
            </a:r>
            <a:r>
              <a:rPr lang="zh-CN" altLang="en-US" smtClean="0"/>
              <a:t>并自动返回</a:t>
            </a:r>
            <a:r>
              <a:rPr lang="en-US" altLang="zh-CN" smtClean="0"/>
              <a:t>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57350" y="4464028"/>
            <a:ext cx="6858000" cy="1194650"/>
          </a:xfrm>
        </p:spPr>
        <p:txBody>
          <a:bodyPr wrap="none" anchor="t"/>
          <a:lstStyle>
            <a:lvl1pPr algn="r">
              <a:defRPr sz="7200" b="0" spc="-225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100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57349" y="3829878"/>
            <a:ext cx="6858000" cy="618523"/>
          </a:xfrm>
        </p:spPr>
        <p:txBody>
          <a:bodyPr anchor="b"/>
          <a:lstStyle>
            <a:lvl1pPr marL="0" indent="0" algn="r">
              <a:buNone/>
              <a:defRPr sz="24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70E4F7-83DB-4CCA-9967-80F7E6BBB7C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66092289"/>
      </p:ext>
    </p:extLst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59AAD3-1C7C-47BD-82F0-E8FB4541ECB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19091415"/>
      </p:ext>
    </p:extLst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640899" y="4464028"/>
            <a:ext cx="6858000" cy="1194650"/>
          </a:xfrm>
        </p:spPr>
        <p:txBody>
          <a:bodyPr wrap="none" anchor="t"/>
          <a:lstStyle>
            <a:lvl1pPr algn="l">
              <a:defRPr sz="7200" b="0" spc="-225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640899" y="3829878"/>
            <a:ext cx="6858000" cy="617822"/>
          </a:xfrm>
        </p:spPr>
        <p:txBody>
          <a:bodyPr anchor="b"/>
          <a:lstStyle>
            <a:lvl1pPr marL="0" indent="0" algn="l">
              <a:buNone/>
              <a:defRPr sz="24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9C28C3-F610-4E8E-83C7-8044B6E1077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3388888"/>
      </p:ext>
    </p:extLst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0000" y="1825625"/>
            <a:ext cx="3768912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39880" y="1825625"/>
            <a:ext cx="377547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1DBF74-86D5-4488-BA6C-0A90416689D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88260046"/>
      </p:ext>
    </p:extLst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000" y="1681163"/>
            <a:ext cx="3768912" cy="823912"/>
          </a:xfrm>
        </p:spPr>
        <p:txBody>
          <a:bodyPr anchor="b"/>
          <a:lstStyle>
            <a:lvl1pPr marL="0" indent="0">
              <a:buNone/>
              <a:defRPr sz="20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000" y="2505075"/>
            <a:ext cx="3768912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39880" y="1681163"/>
            <a:ext cx="3776661" cy="823912"/>
          </a:xfrm>
        </p:spPr>
        <p:txBody>
          <a:bodyPr anchor="b"/>
          <a:lstStyle>
            <a:lvl1pPr>
              <a:buNone/>
              <a:defRPr lang="en-US" sz="20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39880" y="2505075"/>
            <a:ext cx="377666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5AEFB8-8191-4A0A-981C-AE30EEC158E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71419984"/>
      </p:ext>
    </p:extLst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182F5A-64A4-424C-BA2C-76F1B32A4F0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0382679"/>
      </p:ext>
    </p:extLst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1D2686-828B-47F3-8BD5-4DEB5CE6A7D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32052307"/>
      </p:ext>
    </p:extLst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000" y="2057400"/>
            <a:ext cx="2739019" cy="3811588"/>
          </a:xfrm>
        </p:spPr>
        <p:txBody>
          <a:bodyPr/>
          <a:lstStyle>
            <a:lvl1pPr marL="0" indent="0">
              <a:buNone/>
              <a:defRPr sz="14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FCAFE5-FA74-4768-9063-6B7484FE503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2175043"/>
      </p:ext>
    </p:extLst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000" y="2057400"/>
            <a:ext cx="2739019" cy="3811588"/>
          </a:xfrm>
        </p:spPr>
        <p:txBody>
          <a:bodyPr/>
          <a:lstStyle>
            <a:lvl1pPr marL="0" indent="0">
              <a:buNone/>
              <a:defRPr sz="14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A44496-FC9D-40DA-A4E3-11E5CF97483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06402750"/>
      </p:ext>
    </p:extLst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367161"/>
            <a:ext cx="7886700" cy="81935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9841" y="987426"/>
            <a:ext cx="7886700" cy="337973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5186516"/>
            <a:ext cx="7885509" cy="682472"/>
          </a:xfrm>
        </p:spPr>
        <p:txBody>
          <a:bodyPr/>
          <a:lstStyle>
            <a:lvl1pPr marL="0" indent="0">
              <a:buNone/>
              <a:defRPr sz="12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79BD55-48C8-4CAB-B513-BC035689A66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6722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3534344"/>
          </a:xfrm>
        </p:spPr>
        <p:txBody>
          <a:bodyPr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4489399"/>
            <a:ext cx="7885509" cy="1501826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FB638F-6E54-427B-844D-6439089934C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65776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8"/>
          <p:cNvSpPr txBox="1"/>
          <p:nvPr/>
        </p:nvSpPr>
        <p:spPr>
          <a:xfrm>
            <a:off x="833438" y="787400"/>
            <a:ext cx="457200" cy="584200"/>
          </a:xfrm>
          <a:prstGeom prst="rect">
            <a:avLst/>
          </a:prstGeom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/>
            <a:r>
              <a:rPr lang="en-US" altLang="zh-CN" sz="6000">
                <a:ea typeface="宋体" panose="02010600030101010101" pitchFamily="2" charset="-122"/>
              </a:rPr>
              <a:t>“</a:t>
            </a:r>
          </a:p>
        </p:txBody>
      </p:sp>
      <p:sp>
        <p:nvSpPr>
          <p:cNvPr id="6" name="TextBox 9"/>
          <p:cNvSpPr txBox="1"/>
          <p:nvPr/>
        </p:nvSpPr>
        <p:spPr>
          <a:xfrm>
            <a:off x="7827963" y="2743200"/>
            <a:ext cx="457200" cy="584200"/>
          </a:xfrm>
          <a:prstGeom prst="rect">
            <a:avLst/>
          </a:prstGeom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algn="r" eaLnBrk="1" hangingPunct="1"/>
            <a:r>
              <a:rPr lang="en-US" altLang="zh-CN" sz="6000">
                <a:ea typeface="宋体" panose="02010600030101010101" pitchFamily="2" charset="-122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365125"/>
            <a:ext cx="6977064" cy="2992904"/>
          </a:xfrm>
        </p:spPr>
        <p:txBody>
          <a:bodyPr/>
          <a:lstStyle>
            <a:lvl1pPr>
              <a:defRPr sz="33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/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8650" y="4501729"/>
            <a:ext cx="7884318" cy="1489496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EC0B7BD8-052C-4722-BE72-FC35F1BFAFF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957272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326968"/>
            <a:ext cx="7886700" cy="2511835"/>
          </a:xfrm>
        </p:spPr>
        <p:txBody>
          <a:bodyPr anchor="b"/>
          <a:lstStyle>
            <a:lvl1pPr>
              <a:defRPr sz="405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4850581"/>
            <a:ext cx="7885509" cy="1140644"/>
          </a:xfrm>
        </p:spPr>
        <p:txBody>
          <a:bodyPr anchor="t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F10B85-B8AC-411D-8790-2B90C97F7E7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738472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002961" y="1885950"/>
            <a:ext cx="2210150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017598" y="2571750"/>
            <a:ext cx="2195513" cy="3589338"/>
          </a:xfrm>
        </p:spPr>
        <p:txBody>
          <a:bodyPr anchor="t"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40996" y="1885950"/>
            <a:ext cx="2202181" cy="576262"/>
          </a:xfrm>
        </p:spPr>
        <p:txBody>
          <a:bodyPr anchor="b">
            <a:noAutofit/>
          </a:bodyPr>
          <a:lstStyle>
            <a:lvl1pPr>
              <a:buNone/>
              <a:defRPr lang="en-US" sz="18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33081" y="2571750"/>
            <a:ext cx="2210096" cy="3589338"/>
          </a:xfrm>
        </p:spPr>
        <p:txBody>
          <a:bodyPr anchor="t"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71777" y="1885950"/>
            <a:ext cx="2199085" cy="576262"/>
          </a:xfrm>
        </p:spPr>
        <p:txBody>
          <a:bodyPr anchor="b">
            <a:noAutofit/>
          </a:bodyPr>
          <a:lstStyle>
            <a:lvl1pPr>
              <a:buNone/>
              <a:defRPr lang="en-US" sz="18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71777" y="2571750"/>
            <a:ext cx="2199085" cy="3589338"/>
          </a:xfrm>
        </p:spPr>
        <p:txBody>
          <a:bodyPr anchor="t"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fld id="{99DACE4B-0550-4000-A176-CFECDB155A9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956792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99064" y="4297503"/>
            <a:ext cx="2205038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99064" y="2256354"/>
            <a:ext cx="220503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99064" y="4873766"/>
            <a:ext cx="2205038" cy="659189"/>
          </a:xfrm>
        </p:spPr>
        <p:txBody>
          <a:bodyPr anchor="t"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26748" y="4297503"/>
            <a:ext cx="2197894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256354"/>
            <a:ext cx="2197894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25733" y="4873765"/>
            <a:ext cx="2200805" cy="659189"/>
          </a:xfrm>
        </p:spPr>
        <p:txBody>
          <a:bodyPr anchor="t"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53242" y="4297503"/>
            <a:ext cx="219908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53241" y="2256354"/>
            <a:ext cx="219908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53148" y="4873763"/>
            <a:ext cx="2201998" cy="659189"/>
          </a:xfrm>
        </p:spPr>
        <p:txBody>
          <a:bodyPr anchor="t"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fld id="{67413331-4DFF-4826-B9C8-69FB95E6EA6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873196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E98209-6935-4B81-9817-F7147CED01D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4212092"/>
      </p:ext>
    </p:extLst>
  </p:cSld>
  <p:clrMapOvr>
    <a:masterClrMapping/>
  </p:clrMapOvr>
  <p:transition>
    <p:wipe dir="r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AA3019-DA1F-449F-814C-E99C5368D39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085810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04A9D420-7DC1-4ACC-A745-B51E49989AB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0757099"/>
      </p:ext>
    </p:extLst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0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825625"/>
            <a:ext cx="76755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900"/>
            </a:lvl1pPr>
          </a:lstStyle>
          <a:p>
            <a:fld id="{EE09299E-E748-4FA4-886F-7D9AA06B5322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5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6" r:id="rId18"/>
  </p:sldLayoutIdLst>
  <p:transition>
    <p:wipe dir="r"/>
  </p:transition>
  <p:timing>
    <p:tnLst>
      <p:par>
        <p:cTn id="1" dur="indefinite" restart="never" nodeType="tmRoot"/>
      </p:par>
    </p:tnLst>
  </p:timing>
  <p:txStyles>
    <p:titleStyle>
      <a:lvl1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  <a:lvl2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rbel" panose="020B0503020204020204" pitchFamily="34" charset="0"/>
        </a:defRPr>
      </a:lvl2pPr>
      <a:lvl3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rbel" panose="020B0503020204020204" pitchFamily="34" charset="0"/>
        </a:defRPr>
      </a:lvl3pPr>
      <a:lvl4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rbel" panose="020B0503020204020204" pitchFamily="34" charset="0"/>
        </a:defRPr>
      </a:lvl4pPr>
      <a:lvl5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rbel" panose="020B0503020204020204" pitchFamily="34" charset="0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rbel" panose="020B0503020204020204" pitchFamily="34" charset="0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rbel" panose="020B0503020204020204" pitchFamily="34" charset="0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rbel" panose="020B0503020204020204" pitchFamily="34" charset="0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rbel" panose="020B0503020204020204" pitchFamily="34" charset="0"/>
        </a:defRPr>
      </a:lvl9pPr>
    </p:titleStyle>
    <p:bodyStyle>
      <a:lvl1pPr marL="171450" indent="-171450" algn="l" defTabSz="685800" rtl="0" fontAlgn="base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5143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8572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6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2001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15430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9.emf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10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emf"/><Relationship Id="rId17" Type="http://schemas.openxmlformats.org/officeDocument/2006/relationships/oleObject" Target="../embeddings/oleObject8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8.emf"/><Relationship Id="rId20" Type="http://schemas.openxmlformats.org/officeDocument/2006/relationships/image" Target="../media/image10.e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e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slide" Target="slide4.xml"/><Relationship Id="rId10" Type="http://schemas.openxmlformats.org/officeDocument/2006/relationships/image" Target="../media/image5.emf"/><Relationship Id="rId19" Type="http://schemas.openxmlformats.org/officeDocument/2006/relationships/oleObject" Target="../embeddings/oleObject9.bin"/><Relationship Id="rId4" Type="http://schemas.openxmlformats.org/officeDocument/2006/relationships/image" Target="../media/image2.e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emf"/><Relationship Id="rId22" Type="http://schemas.openxmlformats.org/officeDocument/2006/relationships/image" Target="../media/image11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13" Type="http://schemas.openxmlformats.org/officeDocument/2006/relationships/image" Target="../media/image16.emf"/><Relationship Id="rId18" Type="http://schemas.openxmlformats.org/officeDocument/2006/relationships/oleObject" Target="../embeddings/oleObject18.bin"/><Relationship Id="rId3" Type="http://schemas.openxmlformats.org/officeDocument/2006/relationships/notesSlide" Target="../notesSlides/notesSlide1.xml"/><Relationship Id="rId21" Type="http://schemas.openxmlformats.org/officeDocument/2006/relationships/image" Target="../media/image20.emf"/><Relationship Id="rId7" Type="http://schemas.openxmlformats.org/officeDocument/2006/relationships/image" Target="../media/image13.emf"/><Relationship Id="rId12" Type="http://schemas.openxmlformats.org/officeDocument/2006/relationships/oleObject" Target="../embeddings/oleObject15.bin"/><Relationship Id="rId17" Type="http://schemas.openxmlformats.org/officeDocument/2006/relationships/image" Target="../media/image18.emf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17.bin"/><Relationship Id="rId20" Type="http://schemas.openxmlformats.org/officeDocument/2006/relationships/oleObject" Target="../embeddings/oleObject19.bin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12.bin"/><Relationship Id="rId11" Type="http://schemas.openxmlformats.org/officeDocument/2006/relationships/image" Target="../media/image15.emf"/><Relationship Id="rId5" Type="http://schemas.openxmlformats.org/officeDocument/2006/relationships/image" Target="../media/image12.emf"/><Relationship Id="rId15" Type="http://schemas.openxmlformats.org/officeDocument/2006/relationships/image" Target="../media/image17.emf"/><Relationship Id="rId10" Type="http://schemas.openxmlformats.org/officeDocument/2006/relationships/oleObject" Target="../embeddings/oleObject14.bin"/><Relationship Id="rId19" Type="http://schemas.openxmlformats.org/officeDocument/2006/relationships/image" Target="../media/image19.emf"/><Relationship Id="rId4" Type="http://schemas.openxmlformats.org/officeDocument/2006/relationships/oleObject" Target="../embeddings/oleObject11.bin"/><Relationship Id="rId9" Type="http://schemas.openxmlformats.org/officeDocument/2006/relationships/image" Target="../media/image14.emf"/><Relationship Id="rId14" Type="http://schemas.openxmlformats.org/officeDocument/2006/relationships/oleObject" Target="../embeddings/oleObject16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13" Type="http://schemas.openxmlformats.org/officeDocument/2006/relationships/oleObject" Target="../embeddings/oleObject25.bin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12" Type="http://schemas.openxmlformats.org/officeDocument/2006/relationships/image" Target="../media/image25.e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2.emf"/><Relationship Id="rId11" Type="http://schemas.openxmlformats.org/officeDocument/2006/relationships/oleObject" Target="../embeddings/oleObject24.bin"/><Relationship Id="rId5" Type="http://schemas.openxmlformats.org/officeDocument/2006/relationships/oleObject" Target="../embeddings/oleObject21.bin"/><Relationship Id="rId10" Type="http://schemas.openxmlformats.org/officeDocument/2006/relationships/image" Target="../media/image24.emf"/><Relationship Id="rId4" Type="http://schemas.openxmlformats.org/officeDocument/2006/relationships/image" Target="../media/image21.emf"/><Relationship Id="rId9" Type="http://schemas.openxmlformats.org/officeDocument/2006/relationships/oleObject" Target="../embeddings/oleObject23.bin"/><Relationship Id="rId14" Type="http://schemas.openxmlformats.org/officeDocument/2006/relationships/image" Target="../media/image26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emf"/><Relationship Id="rId13" Type="http://schemas.openxmlformats.org/officeDocument/2006/relationships/oleObject" Target="../embeddings/oleObject31.bin"/><Relationship Id="rId18" Type="http://schemas.openxmlformats.org/officeDocument/2006/relationships/image" Target="../media/image34.emf"/><Relationship Id="rId3" Type="http://schemas.openxmlformats.org/officeDocument/2006/relationships/oleObject" Target="../embeddings/oleObject26.bin"/><Relationship Id="rId21" Type="http://schemas.openxmlformats.org/officeDocument/2006/relationships/oleObject" Target="../embeddings/oleObject35.bin"/><Relationship Id="rId7" Type="http://schemas.openxmlformats.org/officeDocument/2006/relationships/oleObject" Target="../embeddings/oleObject28.bin"/><Relationship Id="rId12" Type="http://schemas.openxmlformats.org/officeDocument/2006/relationships/image" Target="../media/image31.emf"/><Relationship Id="rId17" Type="http://schemas.openxmlformats.org/officeDocument/2006/relationships/oleObject" Target="../embeddings/oleObject33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33.emf"/><Relationship Id="rId20" Type="http://schemas.openxmlformats.org/officeDocument/2006/relationships/image" Target="../media/image35.e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28.emf"/><Relationship Id="rId11" Type="http://schemas.openxmlformats.org/officeDocument/2006/relationships/oleObject" Target="../embeddings/oleObject30.bin"/><Relationship Id="rId24" Type="http://schemas.openxmlformats.org/officeDocument/2006/relationships/image" Target="../media/image37.emf"/><Relationship Id="rId5" Type="http://schemas.openxmlformats.org/officeDocument/2006/relationships/oleObject" Target="../embeddings/oleObject27.bin"/><Relationship Id="rId15" Type="http://schemas.openxmlformats.org/officeDocument/2006/relationships/oleObject" Target="../embeddings/oleObject32.bin"/><Relationship Id="rId23" Type="http://schemas.openxmlformats.org/officeDocument/2006/relationships/oleObject" Target="../embeddings/oleObject36.bin"/><Relationship Id="rId10" Type="http://schemas.openxmlformats.org/officeDocument/2006/relationships/image" Target="../media/image30.emf"/><Relationship Id="rId19" Type="http://schemas.openxmlformats.org/officeDocument/2006/relationships/oleObject" Target="../embeddings/oleObject34.bin"/><Relationship Id="rId4" Type="http://schemas.openxmlformats.org/officeDocument/2006/relationships/image" Target="../media/image27.emf"/><Relationship Id="rId9" Type="http://schemas.openxmlformats.org/officeDocument/2006/relationships/oleObject" Target="../embeddings/oleObject29.bin"/><Relationship Id="rId14" Type="http://schemas.openxmlformats.org/officeDocument/2006/relationships/image" Target="../media/image32.emf"/><Relationship Id="rId22" Type="http://schemas.openxmlformats.org/officeDocument/2006/relationships/image" Target="../media/image36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emf"/><Relationship Id="rId13" Type="http://schemas.openxmlformats.org/officeDocument/2006/relationships/oleObject" Target="../embeddings/oleObject42.bin"/><Relationship Id="rId3" Type="http://schemas.openxmlformats.org/officeDocument/2006/relationships/oleObject" Target="../embeddings/oleObject37.bin"/><Relationship Id="rId7" Type="http://schemas.openxmlformats.org/officeDocument/2006/relationships/oleObject" Target="../embeddings/oleObject39.bin"/><Relationship Id="rId12" Type="http://schemas.openxmlformats.org/officeDocument/2006/relationships/image" Target="../media/image42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9.emf"/><Relationship Id="rId11" Type="http://schemas.openxmlformats.org/officeDocument/2006/relationships/oleObject" Target="../embeddings/oleObject41.bin"/><Relationship Id="rId5" Type="http://schemas.openxmlformats.org/officeDocument/2006/relationships/oleObject" Target="../embeddings/oleObject38.bin"/><Relationship Id="rId10" Type="http://schemas.openxmlformats.org/officeDocument/2006/relationships/image" Target="../media/image41.emf"/><Relationship Id="rId4" Type="http://schemas.openxmlformats.org/officeDocument/2006/relationships/image" Target="../media/image38.emf"/><Relationship Id="rId9" Type="http://schemas.openxmlformats.org/officeDocument/2006/relationships/oleObject" Target="../embeddings/oleObject40.bin"/><Relationship Id="rId14" Type="http://schemas.openxmlformats.org/officeDocument/2006/relationships/image" Target="../media/image43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emf"/><Relationship Id="rId13" Type="http://schemas.openxmlformats.org/officeDocument/2006/relationships/oleObject" Target="../embeddings/oleObject48.bin"/><Relationship Id="rId18" Type="http://schemas.openxmlformats.org/officeDocument/2006/relationships/image" Target="../media/image51.emf"/><Relationship Id="rId3" Type="http://schemas.openxmlformats.org/officeDocument/2006/relationships/oleObject" Target="../embeddings/oleObject43.bin"/><Relationship Id="rId21" Type="http://schemas.openxmlformats.org/officeDocument/2006/relationships/oleObject" Target="../embeddings/oleObject52.bin"/><Relationship Id="rId7" Type="http://schemas.openxmlformats.org/officeDocument/2006/relationships/oleObject" Target="../embeddings/oleObject45.bin"/><Relationship Id="rId12" Type="http://schemas.openxmlformats.org/officeDocument/2006/relationships/image" Target="../media/image48.emf"/><Relationship Id="rId17" Type="http://schemas.openxmlformats.org/officeDocument/2006/relationships/oleObject" Target="../embeddings/oleObject50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50.emf"/><Relationship Id="rId20" Type="http://schemas.openxmlformats.org/officeDocument/2006/relationships/image" Target="../media/image52.e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45.emf"/><Relationship Id="rId11" Type="http://schemas.openxmlformats.org/officeDocument/2006/relationships/oleObject" Target="../embeddings/oleObject47.bin"/><Relationship Id="rId24" Type="http://schemas.openxmlformats.org/officeDocument/2006/relationships/image" Target="../media/image54.emf"/><Relationship Id="rId5" Type="http://schemas.openxmlformats.org/officeDocument/2006/relationships/oleObject" Target="../embeddings/oleObject44.bin"/><Relationship Id="rId15" Type="http://schemas.openxmlformats.org/officeDocument/2006/relationships/oleObject" Target="../embeddings/oleObject49.bin"/><Relationship Id="rId23" Type="http://schemas.openxmlformats.org/officeDocument/2006/relationships/oleObject" Target="../embeddings/oleObject53.bin"/><Relationship Id="rId10" Type="http://schemas.openxmlformats.org/officeDocument/2006/relationships/image" Target="../media/image47.emf"/><Relationship Id="rId19" Type="http://schemas.openxmlformats.org/officeDocument/2006/relationships/oleObject" Target="../embeddings/oleObject51.bin"/><Relationship Id="rId4" Type="http://schemas.openxmlformats.org/officeDocument/2006/relationships/image" Target="../media/image44.emf"/><Relationship Id="rId9" Type="http://schemas.openxmlformats.org/officeDocument/2006/relationships/oleObject" Target="../embeddings/oleObject46.bin"/><Relationship Id="rId14" Type="http://schemas.openxmlformats.org/officeDocument/2006/relationships/image" Target="../media/image49.emf"/><Relationship Id="rId22" Type="http://schemas.openxmlformats.org/officeDocument/2006/relationships/image" Target="../media/image53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emf"/><Relationship Id="rId3" Type="http://schemas.openxmlformats.org/officeDocument/2006/relationships/oleObject" Target="../embeddings/oleObject54.bin"/><Relationship Id="rId7" Type="http://schemas.openxmlformats.org/officeDocument/2006/relationships/oleObject" Target="../embeddings/oleObject56.bin"/><Relationship Id="rId12" Type="http://schemas.openxmlformats.org/officeDocument/2006/relationships/image" Target="../media/image59.e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56.emf"/><Relationship Id="rId11" Type="http://schemas.openxmlformats.org/officeDocument/2006/relationships/oleObject" Target="../embeddings/oleObject58.bin"/><Relationship Id="rId5" Type="http://schemas.openxmlformats.org/officeDocument/2006/relationships/oleObject" Target="../embeddings/oleObject55.bin"/><Relationship Id="rId10" Type="http://schemas.openxmlformats.org/officeDocument/2006/relationships/image" Target="../media/image58.emf"/><Relationship Id="rId4" Type="http://schemas.openxmlformats.org/officeDocument/2006/relationships/image" Target="../media/image55.emf"/><Relationship Id="rId9" Type="http://schemas.openxmlformats.org/officeDocument/2006/relationships/oleObject" Target="../embeddings/oleObject57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emf"/><Relationship Id="rId3" Type="http://schemas.openxmlformats.org/officeDocument/2006/relationships/oleObject" Target="../embeddings/oleObject59.bin"/><Relationship Id="rId7" Type="http://schemas.openxmlformats.org/officeDocument/2006/relationships/oleObject" Target="../embeddings/oleObject61.bin"/><Relationship Id="rId12" Type="http://schemas.openxmlformats.org/officeDocument/2006/relationships/image" Target="../media/image64.e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61.emf"/><Relationship Id="rId11" Type="http://schemas.openxmlformats.org/officeDocument/2006/relationships/oleObject" Target="../embeddings/oleObject63.bin"/><Relationship Id="rId5" Type="http://schemas.openxmlformats.org/officeDocument/2006/relationships/oleObject" Target="../embeddings/oleObject60.bin"/><Relationship Id="rId10" Type="http://schemas.openxmlformats.org/officeDocument/2006/relationships/image" Target="../media/image63.emf"/><Relationship Id="rId4" Type="http://schemas.openxmlformats.org/officeDocument/2006/relationships/image" Target="../media/image60.emf"/><Relationship Id="rId9" Type="http://schemas.openxmlformats.org/officeDocument/2006/relationships/oleObject" Target="../embeddings/oleObject62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emf"/><Relationship Id="rId13" Type="http://schemas.openxmlformats.org/officeDocument/2006/relationships/oleObject" Target="../embeddings/oleObject69.bin"/><Relationship Id="rId18" Type="http://schemas.openxmlformats.org/officeDocument/2006/relationships/image" Target="../media/image72.emf"/><Relationship Id="rId3" Type="http://schemas.openxmlformats.org/officeDocument/2006/relationships/oleObject" Target="../embeddings/oleObject64.bin"/><Relationship Id="rId7" Type="http://schemas.openxmlformats.org/officeDocument/2006/relationships/oleObject" Target="../embeddings/oleObject66.bin"/><Relationship Id="rId12" Type="http://schemas.openxmlformats.org/officeDocument/2006/relationships/image" Target="../media/image69.emf"/><Relationship Id="rId17" Type="http://schemas.openxmlformats.org/officeDocument/2006/relationships/oleObject" Target="../embeddings/oleObject71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1.e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66.emf"/><Relationship Id="rId11" Type="http://schemas.openxmlformats.org/officeDocument/2006/relationships/oleObject" Target="../embeddings/oleObject68.bin"/><Relationship Id="rId5" Type="http://schemas.openxmlformats.org/officeDocument/2006/relationships/oleObject" Target="../embeddings/oleObject65.bin"/><Relationship Id="rId15" Type="http://schemas.openxmlformats.org/officeDocument/2006/relationships/oleObject" Target="../embeddings/oleObject70.bin"/><Relationship Id="rId10" Type="http://schemas.openxmlformats.org/officeDocument/2006/relationships/image" Target="../media/image68.emf"/><Relationship Id="rId4" Type="http://schemas.openxmlformats.org/officeDocument/2006/relationships/image" Target="../media/image65.emf"/><Relationship Id="rId9" Type="http://schemas.openxmlformats.org/officeDocument/2006/relationships/oleObject" Target="../embeddings/oleObject67.bin"/><Relationship Id="rId14" Type="http://schemas.openxmlformats.org/officeDocument/2006/relationships/image" Target="../media/image70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emf"/><Relationship Id="rId13" Type="http://schemas.openxmlformats.org/officeDocument/2006/relationships/oleObject" Target="../embeddings/oleObject77.bin"/><Relationship Id="rId18" Type="http://schemas.openxmlformats.org/officeDocument/2006/relationships/image" Target="../media/image80.emf"/><Relationship Id="rId26" Type="http://schemas.openxmlformats.org/officeDocument/2006/relationships/image" Target="../media/image84.emf"/><Relationship Id="rId3" Type="http://schemas.openxmlformats.org/officeDocument/2006/relationships/oleObject" Target="../embeddings/oleObject72.bin"/><Relationship Id="rId21" Type="http://schemas.openxmlformats.org/officeDocument/2006/relationships/oleObject" Target="../embeddings/oleObject81.bin"/><Relationship Id="rId7" Type="http://schemas.openxmlformats.org/officeDocument/2006/relationships/oleObject" Target="../embeddings/oleObject74.bin"/><Relationship Id="rId12" Type="http://schemas.openxmlformats.org/officeDocument/2006/relationships/image" Target="../media/image77.emf"/><Relationship Id="rId17" Type="http://schemas.openxmlformats.org/officeDocument/2006/relationships/oleObject" Target="../embeddings/oleObject79.bin"/><Relationship Id="rId25" Type="http://schemas.openxmlformats.org/officeDocument/2006/relationships/oleObject" Target="../embeddings/oleObject83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79.emf"/><Relationship Id="rId20" Type="http://schemas.openxmlformats.org/officeDocument/2006/relationships/image" Target="../media/image81.e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74.emf"/><Relationship Id="rId11" Type="http://schemas.openxmlformats.org/officeDocument/2006/relationships/oleObject" Target="../embeddings/oleObject76.bin"/><Relationship Id="rId24" Type="http://schemas.openxmlformats.org/officeDocument/2006/relationships/image" Target="../media/image83.emf"/><Relationship Id="rId5" Type="http://schemas.openxmlformats.org/officeDocument/2006/relationships/oleObject" Target="../embeddings/oleObject73.bin"/><Relationship Id="rId15" Type="http://schemas.openxmlformats.org/officeDocument/2006/relationships/oleObject" Target="../embeddings/oleObject78.bin"/><Relationship Id="rId23" Type="http://schemas.openxmlformats.org/officeDocument/2006/relationships/oleObject" Target="../embeddings/oleObject82.bin"/><Relationship Id="rId28" Type="http://schemas.openxmlformats.org/officeDocument/2006/relationships/image" Target="../media/image85.emf"/><Relationship Id="rId10" Type="http://schemas.openxmlformats.org/officeDocument/2006/relationships/image" Target="../media/image76.emf"/><Relationship Id="rId19" Type="http://schemas.openxmlformats.org/officeDocument/2006/relationships/oleObject" Target="../embeddings/oleObject80.bin"/><Relationship Id="rId4" Type="http://schemas.openxmlformats.org/officeDocument/2006/relationships/image" Target="../media/image73.emf"/><Relationship Id="rId9" Type="http://schemas.openxmlformats.org/officeDocument/2006/relationships/oleObject" Target="../embeddings/oleObject75.bin"/><Relationship Id="rId14" Type="http://schemas.openxmlformats.org/officeDocument/2006/relationships/image" Target="../media/image78.emf"/><Relationship Id="rId22" Type="http://schemas.openxmlformats.org/officeDocument/2006/relationships/image" Target="../media/image82.emf"/><Relationship Id="rId27" Type="http://schemas.openxmlformats.org/officeDocument/2006/relationships/oleObject" Target="../embeddings/oleObject84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emf"/><Relationship Id="rId13" Type="http://schemas.openxmlformats.org/officeDocument/2006/relationships/oleObject" Target="../embeddings/oleObject90.bin"/><Relationship Id="rId3" Type="http://schemas.openxmlformats.org/officeDocument/2006/relationships/oleObject" Target="../embeddings/oleObject85.bin"/><Relationship Id="rId7" Type="http://schemas.openxmlformats.org/officeDocument/2006/relationships/oleObject" Target="../embeddings/oleObject87.bin"/><Relationship Id="rId12" Type="http://schemas.openxmlformats.org/officeDocument/2006/relationships/image" Target="../media/image90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87.emf"/><Relationship Id="rId11" Type="http://schemas.openxmlformats.org/officeDocument/2006/relationships/oleObject" Target="../embeddings/oleObject89.bin"/><Relationship Id="rId5" Type="http://schemas.openxmlformats.org/officeDocument/2006/relationships/oleObject" Target="../embeddings/oleObject86.bin"/><Relationship Id="rId10" Type="http://schemas.openxmlformats.org/officeDocument/2006/relationships/image" Target="../media/image89.emf"/><Relationship Id="rId4" Type="http://schemas.openxmlformats.org/officeDocument/2006/relationships/image" Target="../media/image86.emf"/><Relationship Id="rId9" Type="http://schemas.openxmlformats.org/officeDocument/2006/relationships/oleObject" Target="../embeddings/oleObject88.bin"/><Relationship Id="rId14" Type="http://schemas.openxmlformats.org/officeDocument/2006/relationships/image" Target="../media/image91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emf"/><Relationship Id="rId13" Type="http://schemas.openxmlformats.org/officeDocument/2006/relationships/oleObject" Target="../embeddings/oleObject96.bin"/><Relationship Id="rId18" Type="http://schemas.openxmlformats.org/officeDocument/2006/relationships/image" Target="../media/image99.emf"/><Relationship Id="rId3" Type="http://schemas.openxmlformats.org/officeDocument/2006/relationships/oleObject" Target="../embeddings/oleObject91.bin"/><Relationship Id="rId21" Type="http://schemas.openxmlformats.org/officeDocument/2006/relationships/oleObject" Target="../embeddings/oleObject100.bin"/><Relationship Id="rId7" Type="http://schemas.openxmlformats.org/officeDocument/2006/relationships/oleObject" Target="../embeddings/oleObject93.bin"/><Relationship Id="rId12" Type="http://schemas.openxmlformats.org/officeDocument/2006/relationships/image" Target="../media/image96.emf"/><Relationship Id="rId17" Type="http://schemas.openxmlformats.org/officeDocument/2006/relationships/oleObject" Target="../embeddings/oleObject98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98.emf"/><Relationship Id="rId20" Type="http://schemas.openxmlformats.org/officeDocument/2006/relationships/image" Target="../media/image100.e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93.emf"/><Relationship Id="rId11" Type="http://schemas.openxmlformats.org/officeDocument/2006/relationships/oleObject" Target="../embeddings/oleObject95.bin"/><Relationship Id="rId5" Type="http://schemas.openxmlformats.org/officeDocument/2006/relationships/oleObject" Target="../embeddings/oleObject92.bin"/><Relationship Id="rId15" Type="http://schemas.openxmlformats.org/officeDocument/2006/relationships/oleObject" Target="../embeddings/oleObject97.bin"/><Relationship Id="rId10" Type="http://schemas.openxmlformats.org/officeDocument/2006/relationships/image" Target="../media/image95.emf"/><Relationship Id="rId19" Type="http://schemas.openxmlformats.org/officeDocument/2006/relationships/oleObject" Target="../embeddings/oleObject99.bin"/><Relationship Id="rId4" Type="http://schemas.openxmlformats.org/officeDocument/2006/relationships/image" Target="../media/image92.emf"/><Relationship Id="rId9" Type="http://schemas.openxmlformats.org/officeDocument/2006/relationships/oleObject" Target="../embeddings/oleObject94.bin"/><Relationship Id="rId14" Type="http://schemas.openxmlformats.org/officeDocument/2006/relationships/image" Target="../media/image97.emf"/><Relationship Id="rId22" Type="http://schemas.openxmlformats.org/officeDocument/2006/relationships/image" Target="../media/image101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emf"/><Relationship Id="rId13" Type="http://schemas.openxmlformats.org/officeDocument/2006/relationships/oleObject" Target="../embeddings/oleObject106.bin"/><Relationship Id="rId18" Type="http://schemas.openxmlformats.org/officeDocument/2006/relationships/image" Target="../media/image109.emf"/><Relationship Id="rId3" Type="http://schemas.openxmlformats.org/officeDocument/2006/relationships/oleObject" Target="../embeddings/oleObject101.bin"/><Relationship Id="rId7" Type="http://schemas.openxmlformats.org/officeDocument/2006/relationships/oleObject" Target="../embeddings/oleObject103.bin"/><Relationship Id="rId12" Type="http://schemas.openxmlformats.org/officeDocument/2006/relationships/image" Target="../media/image106.emf"/><Relationship Id="rId17" Type="http://schemas.openxmlformats.org/officeDocument/2006/relationships/oleObject" Target="../embeddings/oleObject10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8.e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03.emf"/><Relationship Id="rId11" Type="http://schemas.openxmlformats.org/officeDocument/2006/relationships/oleObject" Target="../embeddings/oleObject105.bin"/><Relationship Id="rId5" Type="http://schemas.openxmlformats.org/officeDocument/2006/relationships/oleObject" Target="../embeddings/oleObject102.bin"/><Relationship Id="rId15" Type="http://schemas.openxmlformats.org/officeDocument/2006/relationships/oleObject" Target="../embeddings/oleObject107.bin"/><Relationship Id="rId10" Type="http://schemas.openxmlformats.org/officeDocument/2006/relationships/image" Target="../media/image105.emf"/><Relationship Id="rId4" Type="http://schemas.openxmlformats.org/officeDocument/2006/relationships/image" Target="../media/image102.emf"/><Relationship Id="rId9" Type="http://schemas.openxmlformats.org/officeDocument/2006/relationships/oleObject" Target="../embeddings/oleObject104.bin"/><Relationship Id="rId14" Type="http://schemas.openxmlformats.org/officeDocument/2006/relationships/image" Target="../media/image107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emf"/><Relationship Id="rId13" Type="http://schemas.openxmlformats.org/officeDocument/2006/relationships/oleObject" Target="../embeddings/oleObject114.bin"/><Relationship Id="rId18" Type="http://schemas.openxmlformats.org/officeDocument/2006/relationships/image" Target="../media/image117.emf"/><Relationship Id="rId3" Type="http://schemas.openxmlformats.org/officeDocument/2006/relationships/oleObject" Target="../embeddings/oleObject109.bin"/><Relationship Id="rId21" Type="http://schemas.openxmlformats.org/officeDocument/2006/relationships/oleObject" Target="../embeddings/oleObject118.bin"/><Relationship Id="rId7" Type="http://schemas.openxmlformats.org/officeDocument/2006/relationships/oleObject" Target="../embeddings/oleObject111.bin"/><Relationship Id="rId12" Type="http://schemas.openxmlformats.org/officeDocument/2006/relationships/image" Target="../media/image114.emf"/><Relationship Id="rId17" Type="http://schemas.openxmlformats.org/officeDocument/2006/relationships/oleObject" Target="../embeddings/oleObject11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6.emf"/><Relationship Id="rId20" Type="http://schemas.openxmlformats.org/officeDocument/2006/relationships/image" Target="../media/image118.e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11.emf"/><Relationship Id="rId11" Type="http://schemas.openxmlformats.org/officeDocument/2006/relationships/oleObject" Target="../embeddings/oleObject113.bin"/><Relationship Id="rId5" Type="http://schemas.openxmlformats.org/officeDocument/2006/relationships/oleObject" Target="../embeddings/oleObject110.bin"/><Relationship Id="rId15" Type="http://schemas.openxmlformats.org/officeDocument/2006/relationships/oleObject" Target="../embeddings/oleObject115.bin"/><Relationship Id="rId10" Type="http://schemas.openxmlformats.org/officeDocument/2006/relationships/image" Target="../media/image113.emf"/><Relationship Id="rId19" Type="http://schemas.openxmlformats.org/officeDocument/2006/relationships/oleObject" Target="../embeddings/oleObject117.bin"/><Relationship Id="rId4" Type="http://schemas.openxmlformats.org/officeDocument/2006/relationships/image" Target="../media/image110.emf"/><Relationship Id="rId9" Type="http://schemas.openxmlformats.org/officeDocument/2006/relationships/oleObject" Target="../embeddings/oleObject112.bin"/><Relationship Id="rId14" Type="http://schemas.openxmlformats.org/officeDocument/2006/relationships/image" Target="../media/image115.emf"/><Relationship Id="rId22" Type="http://schemas.openxmlformats.org/officeDocument/2006/relationships/image" Target="../media/image119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emf"/><Relationship Id="rId13" Type="http://schemas.openxmlformats.org/officeDocument/2006/relationships/oleObject" Target="../embeddings/oleObject124.bin"/><Relationship Id="rId18" Type="http://schemas.openxmlformats.org/officeDocument/2006/relationships/image" Target="../media/image127.wmf"/><Relationship Id="rId3" Type="http://schemas.openxmlformats.org/officeDocument/2006/relationships/oleObject" Target="../embeddings/oleObject119.bin"/><Relationship Id="rId7" Type="http://schemas.openxmlformats.org/officeDocument/2006/relationships/oleObject" Target="../embeddings/oleObject121.bin"/><Relationship Id="rId12" Type="http://schemas.openxmlformats.org/officeDocument/2006/relationships/image" Target="../media/image124.emf"/><Relationship Id="rId17" Type="http://schemas.openxmlformats.org/officeDocument/2006/relationships/oleObject" Target="../embeddings/oleObject12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6.e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21.emf"/><Relationship Id="rId11" Type="http://schemas.openxmlformats.org/officeDocument/2006/relationships/oleObject" Target="../embeddings/oleObject123.bin"/><Relationship Id="rId5" Type="http://schemas.openxmlformats.org/officeDocument/2006/relationships/oleObject" Target="../embeddings/oleObject120.bin"/><Relationship Id="rId15" Type="http://schemas.openxmlformats.org/officeDocument/2006/relationships/oleObject" Target="../embeddings/oleObject125.bin"/><Relationship Id="rId10" Type="http://schemas.openxmlformats.org/officeDocument/2006/relationships/image" Target="../media/image123.wmf"/><Relationship Id="rId4" Type="http://schemas.openxmlformats.org/officeDocument/2006/relationships/image" Target="../media/image120.emf"/><Relationship Id="rId9" Type="http://schemas.openxmlformats.org/officeDocument/2006/relationships/oleObject" Target="../embeddings/oleObject122.bin"/><Relationship Id="rId14" Type="http://schemas.openxmlformats.org/officeDocument/2006/relationships/image" Target="../media/image125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emf"/><Relationship Id="rId13" Type="http://schemas.openxmlformats.org/officeDocument/2006/relationships/oleObject" Target="../embeddings/oleObject132.bin"/><Relationship Id="rId18" Type="http://schemas.openxmlformats.org/officeDocument/2006/relationships/image" Target="../media/image135.emf"/><Relationship Id="rId3" Type="http://schemas.openxmlformats.org/officeDocument/2006/relationships/oleObject" Target="../embeddings/oleObject127.bin"/><Relationship Id="rId21" Type="http://schemas.openxmlformats.org/officeDocument/2006/relationships/oleObject" Target="../embeddings/oleObject136.bin"/><Relationship Id="rId7" Type="http://schemas.openxmlformats.org/officeDocument/2006/relationships/oleObject" Target="../embeddings/oleObject129.bin"/><Relationship Id="rId12" Type="http://schemas.openxmlformats.org/officeDocument/2006/relationships/image" Target="../media/image132.emf"/><Relationship Id="rId17" Type="http://schemas.openxmlformats.org/officeDocument/2006/relationships/oleObject" Target="../embeddings/oleObject134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34.emf"/><Relationship Id="rId20" Type="http://schemas.openxmlformats.org/officeDocument/2006/relationships/image" Target="../media/image136.e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29.emf"/><Relationship Id="rId11" Type="http://schemas.openxmlformats.org/officeDocument/2006/relationships/oleObject" Target="../embeddings/oleObject131.bin"/><Relationship Id="rId5" Type="http://schemas.openxmlformats.org/officeDocument/2006/relationships/oleObject" Target="../embeddings/oleObject128.bin"/><Relationship Id="rId15" Type="http://schemas.openxmlformats.org/officeDocument/2006/relationships/oleObject" Target="../embeddings/oleObject133.bin"/><Relationship Id="rId10" Type="http://schemas.openxmlformats.org/officeDocument/2006/relationships/image" Target="../media/image131.emf"/><Relationship Id="rId19" Type="http://schemas.openxmlformats.org/officeDocument/2006/relationships/oleObject" Target="../embeddings/oleObject135.bin"/><Relationship Id="rId4" Type="http://schemas.openxmlformats.org/officeDocument/2006/relationships/image" Target="../media/image128.emf"/><Relationship Id="rId9" Type="http://schemas.openxmlformats.org/officeDocument/2006/relationships/oleObject" Target="../embeddings/oleObject130.bin"/><Relationship Id="rId14" Type="http://schemas.openxmlformats.org/officeDocument/2006/relationships/image" Target="../media/image133.emf"/><Relationship Id="rId22" Type="http://schemas.openxmlformats.org/officeDocument/2006/relationships/image" Target="../media/image137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emf"/><Relationship Id="rId13" Type="http://schemas.openxmlformats.org/officeDocument/2006/relationships/oleObject" Target="../embeddings/oleObject142.bin"/><Relationship Id="rId18" Type="http://schemas.openxmlformats.org/officeDocument/2006/relationships/image" Target="../media/image145.emf"/><Relationship Id="rId3" Type="http://schemas.openxmlformats.org/officeDocument/2006/relationships/oleObject" Target="../embeddings/oleObject137.bin"/><Relationship Id="rId21" Type="http://schemas.openxmlformats.org/officeDocument/2006/relationships/image" Target="../media/image147.png"/><Relationship Id="rId7" Type="http://schemas.openxmlformats.org/officeDocument/2006/relationships/oleObject" Target="../embeddings/oleObject139.bin"/><Relationship Id="rId12" Type="http://schemas.openxmlformats.org/officeDocument/2006/relationships/image" Target="../media/image142.emf"/><Relationship Id="rId17" Type="http://schemas.openxmlformats.org/officeDocument/2006/relationships/oleObject" Target="../embeddings/oleObject144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144.emf"/><Relationship Id="rId20" Type="http://schemas.openxmlformats.org/officeDocument/2006/relationships/image" Target="../media/image146.e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39.emf"/><Relationship Id="rId11" Type="http://schemas.openxmlformats.org/officeDocument/2006/relationships/oleObject" Target="../embeddings/oleObject141.bin"/><Relationship Id="rId5" Type="http://schemas.openxmlformats.org/officeDocument/2006/relationships/oleObject" Target="../embeddings/oleObject138.bin"/><Relationship Id="rId15" Type="http://schemas.openxmlformats.org/officeDocument/2006/relationships/oleObject" Target="../embeddings/oleObject143.bin"/><Relationship Id="rId10" Type="http://schemas.openxmlformats.org/officeDocument/2006/relationships/image" Target="../media/image141.emf"/><Relationship Id="rId19" Type="http://schemas.openxmlformats.org/officeDocument/2006/relationships/oleObject" Target="../embeddings/oleObject145.bin"/><Relationship Id="rId4" Type="http://schemas.openxmlformats.org/officeDocument/2006/relationships/image" Target="../media/image138.emf"/><Relationship Id="rId9" Type="http://schemas.openxmlformats.org/officeDocument/2006/relationships/oleObject" Target="../embeddings/oleObject140.bin"/><Relationship Id="rId14" Type="http://schemas.openxmlformats.org/officeDocument/2006/relationships/image" Target="../media/image143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8.bin"/><Relationship Id="rId13" Type="http://schemas.openxmlformats.org/officeDocument/2006/relationships/image" Target="../media/image152.emf"/><Relationship Id="rId18" Type="http://schemas.openxmlformats.org/officeDocument/2006/relationships/oleObject" Target="../embeddings/oleObject153.bin"/><Relationship Id="rId3" Type="http://schemas.openxmlformats.org/officeDocument/2006/relationships/notesSlide" Target="../notesSlides/notesSlide2.xml"/><Relationship Id="rId21" Type="http://schemas.openxmlformats.org/officeDocument/2006/relationships/image" Target="../media/image156.emf"/><Relationship Id="rId7" Type="http://schemas.openxmlformats.org/officeDocument/2006/relationships/image" Target="../media/image149.emf"/><Relationship Id="rId12" Type="http://schemas.openxmlformats.org/officeDocument/2006/relationships/oleObject" Target="../embeddings/oleObject150.bin"/><Relationship Id="rId17" Type="http://schemas.openxmlformats.org/officeDocument/2006/relationships/image" Target="../media/image154.emf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152.bin"/><Relationship Id="rId20" Type="http://schemas.openxmlformats.org/officeDocument/2006/relationships/oleObject" Target="../embeddings/oleObject154.bin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147.bin"/><Relationship Id="rId11" Type="http://schemas.openxmlformats.org/officeDocument/2006/relationships/image" Target="../media/image151.emf"/><Relationship Id="rId5" Type="http://schemas.openxmlformats.org/officeDocument/2006/relationships/image" Target="../media/image148.emf"/><Relationship Id="rId15" Type="http://schemas.openxmlformats.org/officeDocument/2006/relationships/image" Target="../media/image153.emf"/><Relationship Id="rId10" Type="http://schemas.openxmlformats.org/officeDocument/2006/relationships/oleObject" Target="../embeddings/oleObject149.bin"/><Relationship Id="rId19" Type="http://schemas.openxmlformats.org/officeDocument/2006/relationships/image" Target="../media/image155.emf"/><Relationship Id="rId4" Type="http://schemas.openxmlformats.org/officeDocument/2006/relationships/oleObject" Target="../embeddings/oleObject146.bin"/><Relationship Id="rId9" Type="http://schemas.openxmlformats.org/officeDocument/2006/relationships/image" Target="../media/image150.emf"/><Relationship Id="rId14" Type="http://schemas.openxmlformats.org/officeDocument/2006/relationships/oleObject" Target="../embeddings/oleObject151.bin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60.bin"/><Relationship Id="rId18" Type="http://schemas.openxmlformats.org/officeDocument/2006/relationships/image" Target="../media/image164.emf"/><Relationship Id="rId26" Type="http://schemas.openxmlformats.org/officeDocument/2006/relationships/image" Target="../media/image168.emf"/><Relationship Id="rId3" Type="http://schemas.openxmlformats.org/officeDocument/2006/relationships/oleObject" Target="../embeddings/oleObject155.bin"/><Relationship Id="rId21" Type="http://schemas.openxmlformats.org/officeDocument/2006/relationships/oleObject" Target="../embeddings/oleObject164.bin"/><Relationship Id="rId34" Type="http://schemas.openxmlformats.org/officeDocument/2006/relationships/image" Target="../media/image172.emf"/><Relationship Id="rId7" Type="http://schemas.openxmlformats.org/officeDocument/2006/relationships/oleObject" Target="../embeddings/oleObject157.bin"/><Relationship Id="rId12" Type="http://schemas.openxmlformats.org/officeDocument/2006/relationships/image" Target="../media/image161.emf"/><Relationship Id="rId17" Type="http://schemas.openxmlformats.org/officeDocument/2006/relationships/oleObject" Target="../embeddings/oleObject162.bin"/><Relationship Id="rId25" Type="http://schemas.openxmlformats.org/officeDocument/2006/relationships/oleObject" Target="../embeddings/oleObject166.bin"/><Relationship Id="rId33" Type="http://schemas.openxmlformats.org/officeDocument/2006/relationships/oleObject" Target="../embeddings/oleObject170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163.emf"/><Relationship Id="rId20" Type="http://schemas.openxmlformats.org/officeDocument/2006/relationships/image" Target="../media/image165.emf"/><Relationship Id="rId29" Type="http://schemas.openxmlformats.org/officeDocument/2006/relationships/oleObject" Target="../embeddings/oleObject168.bin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58.emf"/><Relationship Id="rId11" Type="http://schemas.openxmlformats.org/officeDocument/2006/relationships/oleObject" Target="../embeddings/oleObject159.bin"/><Relationship Id="rId24" Type="http://schemas.openxmlformats.org/officeDocument/2006/relationships/image" Target="../media/image167.emf"/><Relationship Id="rId32" Type="http://schemas.openxmlformats.org/officeDocument/2006/relationships/image" Target="../media/image171.emf"/><Relationship Id="rId5" Type="http://schemas.openxmlformats.org/officeDocument/2006/relationships/oleObject" Target="../embeddings/oleObject156.bin"/><Relationship Id="rId15" Type="http://schemas.openxmlformats.org/officeDocument/2006/relationships/oleObject" Target="../embeddings/oleObject161.bin"/><Relationship Id="rId23" Type="http://schemas.openxmlformats.org/officeDocument/2006/relationships/oleObject" Target="../embeddings/oleObject165.bin"/><Relationship Id="rId28" Type="http://schemas.openxmlformats.org/officeDocument/2006/relationships/image" Target="../media/image169.emf"/><Relationship Id="rId36" Type="http://schemas.openxmlformats.org/officeDocument/2006/relationships/image" Target="../media/image173.emf"/><Relationship Id="rId10" Type="http://schemas.openxmlformats.org/officeDocument/2006/relationships/image" Target="../media/image160.emf"/><Relationship Id="rId19" Type="http://schemas.openxmlformats.org/officeDocument/2006/relationships/oleObject" Target="../embeddings/oleObject163.bin"/><Relationship Id="rId31" Type="http://schemas.openxmlformats.org/officeDocument/2006/relationships/oleObject" Target="../embeddings/oleObject169.bin"/><Relationship Id="rId4" Type="http://schemas.openxmlformats.org/officeDocument/2006/relationships/image" Target="../media/image157.emf"/><Relationship Id="rId9" Type="http://schemas.openxmlformats.org/officeDocument/2006/relationships/oleObject" Target="../embeddings/oleObject158.bin"/><Relationship Id="rId14" Type="http://schemas.openxmlformats.org/officeDocument/2006/relationships/image" Target="../media/image162.emf"/><Relationship Id="rId22" Type="http://schemas.openxmlformats.org/officeDocument/2006/relationships/image" Target="../media/image166.emf"/><Relationship Id="rId27" Type="http://schemas.openxmlformats.org/officeDocument/2006/relationships/oleObject" Target="../embeddings/oleObject167.bin"/><Relationship Id="rId30" Type="http://schemas.openxmlformats.org/officeDocument/2006/relationships/image" Target="../media/image170.emf"/><Relationship Id="rId35" Type="http://schemas.openxmlformats.org/officeDocument/2006/relationships/oleObject" Target="../embeddings/oleObject171.bin"/><Relationship Id="rId8" Type="http://schemas.openxmlformats.org/officeDocument/2006/relationships/image" Target="../media/image159.e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6.emf"/><Relationship Id="rId13" Type="http://schemas.openxmlformats.org/officeDocument/2006/relationships/oleObject" Target="../embeddings/oleObject177.bin"/><Relationship Id="rId18" Type="http://schemas.openxmlformats.org/officeDocument/2006/relationships/image" Target="../media/image181.emf"/><Relationship Id="rId26" Type="http://schemas.openxmlformats.org/officeDocument/2006/relationships/image" Target="../media/image185.emf"/><Relationship Id="rId3" Type="http://schemas.openxmlformats.org/officeDocument/2006/relationships/oleObject" Target="../embeddings/oleObject172.bin"/><Relationship Id="rId21" Type="http://schemas.openxmlformats.org/officeDocument/2006/relationships/oleObject" Target="../embeddings/oleObject181.bin"/><Relationship Id="rId7" Type="http://schemas.openxmlformats.org/officeDocument/2006/relationships/oleObject" Target="../embeddings/oleObject174.bin"/><Relationship Id="rId12" Type="http://schemas.openxmlformats.org/officeDocument/2006/relationships/image" Target="../media/image178.emf"/><Relationship Id="rId17" Type="http://schemas.openxmlformats.org/officeDocument/2006/relationships/oleObject" Target="../embeddings/oleObject179.bin"/><Relationship Id="rId25" Type="http://schemas.openxmlformats.org/officeDocument/2006/relationships/oleObject" Target="../embeddings/oleObject183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180.emf"/><Relationship Id="rId20" Type="http://schemas.openxmlformats.org/officeDocument/2006/relationships/image" Target="../media/image182.emf"/><Relationship Id="rId29" Type="http://schemas.openxmlformats.org/officeDocument/2006/relationships/oleObject" Target="../embeddings/oleObject185.bin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75.emf"/><Relationship Id="rId11" Type="http://schemas.openxmlformats.org/officeDocument/2006/relationships/oleObject" Target="../embeddings/oleObject176.bin"/><Relationship Id="rId24" Type="http://schemas.openxmlformats.org/officeDocument/2006/relationships/image" Target="../media/image184.emf"/><Relationship Id="rId5" Type="http://schemas.openxmlformats.org/officeDocument/2006/relationships/oleObject" Target="../embeddings/oleObject173.bin"/><Relationship Id="rId15" Type="http://schemas.openxmlformats.org/officeDocument/2006/relationships/oleObject" Target="../embeddings/oleObject178.bin"/><Relationship Id="rId23" Type="http://schemas.openxmlformats.org/officeDocument/2006/relationships/oleObject" Target="../embeddings/oleObject182.bin"/><Relationship Id="rId28" Type="http://schemas.openxmlformats.org/officeDocument/2006/relationships/image" Target="../media/image186.emf"/><Relationship Id="rId10" Type="http://schemas.openxmlformats.org/officeDocument/2006/relationships/image" Target="../media/image177.emf"/><Relationship Id="rId19" Type="http://schemas.openxmlformats.org/officeDocument/2006/relationships/oleObject" Target="../embeddings/oleObject180.bin"/><Relationship Id="rId4" Type="http://schemas.openxmlformats.org/officeDocument/2006/relationships/image" Target="../media/image174.emf"/><Relationship Id="rId9" Type="http://schemas.openxmlformats.org/officeDocument/2006/relationships/oleObject" Target="../embeddings/oleObject175.bin"/><Relationship Id="rId14" Type="http://schemas.openxmlformats.org/officeDocument/2006/relationships/image" Target="../media/image179.emf"/><Relationship Id="rId22" Type="http://schemas.openxmlformats.org/officeDocument/2006/relationships/image" Target="../media/image183.emf"/><Relationship Id="rId27" Type="http://schemas.openxmlformats.org/officeDocument/2006/relationships/oleObject" Target="../embeddings/oleObject184.bin"/><Relationship Id="rId30" Type="http://schemas.openxmlformats.org/officeDocument/2006/relationships/image" Target="../media/image187.e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emf"/><Relationship Id="rId13" Type="http://schemas.openxmlformats.org/officeDocument/2006/relationships/oleObject" Target="../embeddings/oleObject191.bin"/><Relationship Id="rId18" Type="http://schemas.openxmlformats.org/officeDocument/2006/relationships/image" Target="../media/image195.emf"/><Relationship Id="rId3" Type="http://schemas.openxmlformats.org/officeDocument/2006/relationships/oleObject" Target="../embeddings/oleObject186.bin"/><Relationship Id="rId21" Type="http://schemas.openxmlformats.org/officeDocument/2006/relationships/oleObject" Target="../embeddings/oleObject195.bin"/><Relationship Id="rId7" Type="http://schemas.openxmlformats.org/officeDocument/2006/relationships/oleObject" Target="../embeddings/oleObject188.bin"/><Relationship Id="rId12" Type="http://schemas.openxmlformats.org/officeDocument/2006/relationships/image" Target="../media/image192.emf"/><Relationship Id="rId17" Type="http://schemas.openxmlformats.org/officeDocument/2006/relationships/oleObject" Target="../embeddings/oleObject193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194.emf"/><Relationship Id="rId20" Type="http://schemas.openxmlformats.org/officeDocument/2006/relationships/image" Target="../media/image196.emf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89.emf"/><Relationship Id="rId11" Type="http://schemas.openxmlformats.org/officeDocument/2006/relationships/oleObject" Target="../embeddings/oleObject190.bin"/><Relationship Id="rId24" Type="http://schemas.openxmlformats.org/officeDocument/2006/relationships/image" Target="../media/image198.emf"/><Relationship Id="rId5" Type="http://schemas.openxmlformats.org/officeDocument/2006/relationships/oleObject" Target="../embeddings/oleObject187.bin"/><Relationship Id="rId15" Type="http://schemas.openxmlformats.org/officeDocument/2006/relationships/oleObject" Target="../embeddings/oleObject192.bin"/><Relationship Id="rId23" Type="http://schemas.openxmlformats.org/officeDocument/2006/relationships/oleObject" Target="../embeddings/oleObject196.bin"/><Relationship Id="rId10" Type="http://schemas.openxmlformats.org/officeDocument/2006/relationships/image" Target="../media/image191.emf"/><Relationship Id="rId19" Type="http://schemas.openxmlformats.org/officeDocument/2006/relationships/oleObject" Target="../embeddings/oleObject194.bin"/><Relationship Id="rId4" Type="http://schemas.openxmlformats.org/officeDocument/2006/relationships/image" Target="../media/image188.emf"/><Relationship Id="rId9" Type="http://schemas.openxmlformats.org/officeDocument/2006/relationships/oleObject" Target="../embeddings/oleObject189.bin"/><Relationship Id="rId14" Type="http://schemas.openxmlformats.org/officeDocument/2006/relationships/image" Target="../media/image193.emf"/><Relationship Id="rId22" Type="http://schemas.openxmlformats.org/officeDocument/2006/relationships/image" Target="../media/image197.e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5.png"/><Relationship Id="rId13" Type="http://schemas.openxmlformats.org/officeDocument/2006/relationships/oleObject" Target="../embeddings/oleObject201.bin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200.emf"/><Relationship Id="rId12" Type="http://schemas.openxmlformats.org/officeDocument/2006/relationships/image" Target="../media/image202.e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04.emf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198.bin"/><Relationship Id="rId11" Type="http://schemas.openxmlformats.org/officeDocument/2006/relationships/oleObject" Target="../embeddings/oleObject200.bin"/><Relationship Id="rId5" Type="http://schemas.openxmlformats.org/officeDocument/2006/relationships/image" Target="../media/image199.emf"/><Relationship Id="rId15" Type="http://schemas.openxmlformats.org/officeDocument/2006/relationships/oleObject" Target="../embeddings/oleObject202.bin"/><Relationship Id="rId10" Type="http://schemas.openxmlformats.org/officeDocument/2006/relationships/image" Target="../media/image201.emf"/><Relationship Id="rId4" Type="http://schemas.openxmlformats.org/officeDocument/2006/relationships/oleObject" Target="../embeddings/oleObject197.bin"/><Relationship Id="rId9" Type="http://schemas.openxmlformats.org/officeDocument/2006/relationships/oleObject" Target="../embeddings/oleObject199.bin"/><Relationship Id="rId14" Type="http://schemas.openxmlformats.org/officeDocument/2006/relationships/image" Target="../media/image203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8.emf"/><Relationship Id="rId13" Type="http://schemas.openxmlformats.org/officeDocument/2006/relationships/oleObject" Target="../embeddings/oleObject208.bin"/><Relationship Id="rId3" Type="http://schemas.openxmlformats.org/officeDocument/2006/relationships/oleObject" Target="../embeddings/oleObject203.bin"/><Relationship Id="rId7" Type="http://schemas.openxmlformats.org/officeDocument/2006/relationships/oleObject" Target="../embeddings/oleObject205.bin"/><Relationship Id="rId12" Type="http://schemas.openxmlformats.org/officeDocument/2006/relationships/image" Target="../media/image210.e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207.emf"/><Relationship Id="rId11" Type="http://schemas.openxmlformats.org/officeDocument/2006/relationships/oleObject" Target="../embeddings/oleObject207.bin"/><Relationship Id="rId5" Type="http://schemas.openxmlformats.org/officeDocument/2006/relationships/oleObject" Target="../embeddings/oleObject204.bin"/><Relationship Id="rId10" Type="http://schemas.openxmlformats.org/officeDocument/2006/relationships/image" Target="../media/image209.emf"/><Relationship Id="rId4" Type="http://schemas.openxmlformats.org/officeDocument/2006/relationships/image" Target="../media/image206.emf"/><Relationship Id="rId9" Type="http://schemas.openxmlformats.org/officeDocument/2006/relationships/oleObject" Target="../embeddings/oleObject206.bin"/><Relationship Id="rId14" Type="http://schemas.openxmlformats.org/officeDocument/2006/relationships/image" Target="../media/image211.e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4.emf"/><Relationship Id="rId13" Type="http://schemas.openxmlformats.org/officeDocument/2006/relationships/oleObject" Target="../embeddings/oleObject214.bin"/><Relationship Id="rId18" Type="http://schemas.openxmlformats.org/officeDocument/2006/relationships/image" Target="../media/image219.emf"/><Relationship Id="rId26" Type="http://schemas.openxmlformats.org/officeDocument/2006/relationships/image" Target="../media/image223.emf"/><Relationship Id="rId3" Type="http://schemas.openxmlformats.org/officeDocument/2006/relationships/oleObject" Target="../embeddings/oleObject209.bin"/><Relationship Id="rId21" Type="http://schemas.openxmlformats.org/officeDocument/2006/relationships/oleObject" Target="../embeddings/oleObject218.bin"/><Relationship Id="rId7" Type="http://schemas.openxmlformats.org/officeDocument/2006/relationships/oleObject" Target="../embeddings/oleObject211.bin"/><Relationship Id="rId12" Type="http://schemas.openxmlformats.org/officeDocument/2006/relationships/image" Target="../media/image216.emf"/><Relationship Id="rId17" Type="http://schemas.openxmlformats.org/officeDocument/2006/relationships/oleObject" Target="../embeddings/oleObject216.bin"/><Relationship Id="rId25" Type="http://schemas.openxmlformats.org/officeDocument/2006/relationships/oleObject" Target="../embeddings/oleObject220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18.emf"/><Relationship Id="rId20" Type="http://schemas.openxmlformats.org/officeDocument/2006/relationships/image" Target="../media/image220.emf"/><Relationship Id="rId1" Type="http://schemas.openxmlformats.org/officeDocument/2006/relationships/vmlDrawing" Target="../drawings/vmlDrawing24.vml"/><Relationship Id="rId6" Type="http://schemas.openxmlformats.org/officeDocument/2006/relationships/image" Target="../media/image213.emf"/><Relationship Id="rId11" Type="http://schemas.openxmlformats.org/officeDocument/2006/relationships/oleObject" Target="../embeddings/oleObject213.bin"/><Relationship Id="rId24" Type="http://schemas.openxmlformats.org/officeDocument/2006/relationships/image" Target="../media/image222.emf"/><Relationship Id="rId5" Type="http://schemas.openxmlformats.org/officeDocument/2006/relationships/oleObject" Target="../embeddings/oleObject210.bin"/><Relationship Id="rId15" Type="http://schemas.openxmlformats.org/officeDocument/2006/relationships/oleObject" Target="../embeddings/oleObject215.bin"/><Relationship Id="rId23" Type="http://schemas.openxmlformats.org/officeDocument/2006/relationships/oleObject" Target="../embeddings/oleObject219.bin"/><Relationship Id="rId28" Type="http://schemas.openxmlformats.org/officeDocument/2006/relationships/image" Target="../media/image224.emf"/><Relationship Id="rId10" Type="http://schemas.openxmlformats.org/officeDocument/2006/relationships/image" Target="../media/image215.emf"/><Relationship Id="rId19" Type="http://schemas.openxmlformats.org/officeDocument/2006/relationships/oleObject" Target="../embeddings/oleObject217.bin"/><Relationship Id="rId4" Type="http://schemas.openxmlformats.org/officeDocument/2006/relationships/image" Target="../media/image212.emf"/><Relationship Id="rId9" Type="http://schemas.openxmlformats.org/officeDocument/2006/relationships/oleObject" Target="../embeddings/oleObject212.bin"/><Relationship Id="rId14" Type="http://schemas.openxmlformats.org/officeDocument/2006/relationships/image" Target="../media/image217.emf"/><Relationship Id="rId22" Type="http://schemas.openxmlformats.org/officeDocument/2006/relationships/image" Target="../media/image221.emf"/><Relationship Id="rId27" Type="http://schemas.openxmlformats.org/officeDocument/2006/relationships/oleObject" Target="../embeddings/oleObject221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7.emf"/><Relationship Id="rId13" Type="http://schemas.openxmlformats.org/officeDocument/2006/relationships/oleObject" Target="../embeddings/oleObject227.bin"/><Relationship Id="rId3" Type="http://schemas.openxmlformats.org/officeDocument/2006/relationships/oleObject" Target="../embeddings/oleObject222.bin"/><Relationship Id="rId7" Type="http://schemas.openxmlformats.org/officeDocument/2006/relationships/oleObject" Target="../embeddings/oleObject224.bin"/><Relationship Id="rId12" Type="http://schemas.openxmlformats.org/officeDocument/2006/relationships/image" Target="../media/image229.e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31.emf"/><Relationship Id="rId1" Type="http://schemas.openxmlformats.org/officeDocument/2006/relationships/vmlDrawing" Target="../drawings/vmlDrawing25.vml"/><Relationship Id="rId6" Type="http://schemas.openxmlformats.org/officeDocument/2006/relationships/image" Target="../media/image226.emf"/><Relationship Id="rId11" Type="http://schemas.openxmlformats.org/officeDocument/2006/relationships/oleObject" Target="../embeddings/oleObject226.bin"/><Relationship Id="rId5" Type="http://schemas.openxmlformats.org/officeDocument/2006/relationships/oleObject" Target="../embeddings/oleObject223.bin"/><Relationship Id="rId15" Type="http://schemas.openxmlformats.org/officeDocument/2006/relationships/oleObject" Target="../embeddings/oleObject228.bin"/><Relationship Id="rId10" Type="http://schemas.openxmlformats.org/officeDocument/2006/relationships/image" Target="../media/image228.emf"/><Relationship Id="rId4" Type="http://schemas.openxmlformats.org/officeDocument/2006/relationships/image" Target="../media/image225.emf"/><Relationship Id="rId9" Type="http://schemas.openxmlformats.org/officeDocument/2006/relationships/oleObject" Target="../embeddings/oleObject225.bin"/><Relationship Id="rId14" Type="http://schemas.openxmlformats.org/officeDocument/2006/relationships/image" Target="../media/image230.e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4.emf"/><Relationship Id="rId13" Type="http://schemas.openxmlformats.org/officeDocument/2006/relationships/oleObject" Target="../embeddings/oleObject234.bin"/><Relationship Id="rId18" Type="http://schemas.openxmlformats.org/officeDocument/2006/relationships/image" Target="../media/image239.emf"/><Relationship Id="rId3" Type="http://schemas.openxmlformats.org/officeDocument/2006/relationships/oleObject" Target="../embeddings/oleObject229.bin"/><Relationship Id="rId7" Type="http://schemas.openxmlformats.org/officeDocument/2006/relationships/oleObject" Target="../embeddings/oleObject231.bin"/><Relationship Id="rId12" Type="http://schemas.openxmlformats.org/officeDocument/2006/relationships/image" Target="../media/image236.emf"/><Relationship Id="rId17" Type="http://schemas.openxmlformats.org/officeDocument/2006/relationships/oleObject" Target="../embeddings/oleObject236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38.emf"/><Relationship Id="rId20" Type="http://schemas.openxmlformats.org/officeDocument/2006/relationships/image" Target="../media/image240.emf"/><Relationship Id="rId1" Type="http://schemas.openxmlformats.org/officeDocument/2006/relationships/vmlDrawing" Target="../drawings/vmlDrawing26.vml"/><Relationship Id="rId6" Type="http://schemas.openxmlformats.org/officeDocument/2006/relationships/image" Target="../media/image233.emf"/><Relationship Id="rId11" Type="http://schemas.openxmlformats.org/officeDocument/2006/relationships/oleObject" Target="../embeddings/oleObject233.bin"/><Relationship Id="rId5" Type="http://schemas.openxmlformats.org/officeDocument/2006/relationships/oleObject" Target="../embeddings/oleObject230.bin"/><Relationship Id="rId15" Type="http://schemas.openxmlformats.org/officeDocument/2006/relationships/oleObject" Target="../embeddings/oleObject235.bin"/><Relationship Id="rId10" Type="http://schemas.openxmlformats.org/officeDocument/2006/relationships/image" Target="../media/image235.emf"/><Relationship Id="rId19" Type="http://schemas.openxmlformats.org/officeDocument/2006/relationships/oleObject" Target="../embeddings/oleObject237.bin"/><Relationship Id="rId4" Type="http://schemas.openxmlformats.org/officeDocument/2006/relationships/image" Target="../media/image232.emf"/><Relationship Id="rId9" Type="http://schemas.openxmlformats.org/officeDocument/2006/relationships/oleObject" Target="../embeddings/oleObject232.bin"/><Relationship Id="rId14" Type="http://schemas.openxmlformats.org/officeDocument/2006/relationships/image" Target="../media/image237.e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3.emf"/><Relationship Id="rId13" Type="http://schemas.openxmlformats.org/officeDocument/2006/relationships/oleObject" Target="../embeddings/oleObject243.bin"/><Relationship Id="rId18" Type="http://schemas.openxmlformats.org/officeDocument/2006/relationships/image" Target="../media/image248.emf"/><Relationship Id="rId3" Type="http://schemas.openxmlformats.org/officeDocument/2006/relationships/oleObject" Target="../embeddings/oleObject238.bin"/><Relationship Id="rId21" Type="http://schemas.openxmlformats.org/officeDocument/2006/relationships/oleObject" Target="../embeddings/oleObject247.bin"/><Relationship Id="rId7" Type="http://schemas.openxmlformats.org/officeDocument/2006/relationships/oleObject" Target="../embeddings/oleObject240.bin"/><Relationship Id="rId12" Type="http://schemas.openxmlformats.org/officeDocument/2006/relationships/image" Target="../media/image245.emf"/><Relationship Id="rId17" Type="http://schemas.openxmlformats.org/officeDocument/2006/relationships/oleObject" Target="../embeddings/oleObject245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247.emf"/><Relationship Id="rId20" Type="http://schemas.openxmlformats.org/officeDocument/2006/relationships/image" Target="../media/image249.emf"/><Relationship Id="rId1" Type="http://schemas.openxmlformats.org/officeDocument/2006/relationships/vmlDrawing" Target="../drawings/vmlDrawing27.vml"/><Relationship Id="rId6" Type="http://schemas.openxmlformats.org/officeDocument/2006/relationships/image" Target="../media/image242.emf"/><Relationship Id="rId11" Type="http://schemas.openxmlformats.org/officeDocument/2006/relationships/oleObject" Target="../embeddings/oleObject242.bin"/><Relationship Id="rId5" Type="http://schemas.openxmlformats.org/officeDocument/2006/relationships/oleObject" Target="../embeddings/oleObject239.bin"/><Relationship Id="rId15" Type="http://schemas.openxmlformats.org/officeDocument/2006/relationships/oleObject" Target="../embeddings/oleObject244.bin"/><Relationship Id="rId10" Type="http://schemas.openxmlformats.org/officeDocument/2006/relationships/image" Target="../media/image244.emf"/><Relationship Id="rId19" Type="http://schemas.openxmlformats.org/officeDocument/2006/relationships/oleObject" Target="../embeddings/oleObject246.bin"/><Relationship Id="rId4" Type="http://schemas.openxmlformats.org/officeDocument/2006/relationships/image" Target="../media/image241.emf"/><Relationship Id="rId9" Type="http://schemas.openxmlformats.org/officeDocument/2006/relationships/oleObject" Target="../embeddings/oleObject241.bin"/><Relationship Id="rId14" Type="http://schemas.openxmlformats.org/officeDocument/2006/relationships/image" Target="../media/image246.emf"/><Relationship Id="rId22" Type="http://schemas.openxmlformats.org/officeDocument/2006/relationships/image" Target="../media/image250.e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3.emf"/><Relationship Id="rId13" Type="http://schemas.openxmlformats.org/officeDocument/2006/relationships/oleObject" Target="../embeddings/oleObject253.bin"/><Relationship Id="rId3" Type="http://schemas.openxmlformats.org/officeDocument/2006/relationships/oleObject" Target="../embeddings/oleObject248.bin"/><Relationship Id="rId7" Type="http://schemas.openxmlformats.org/officeDocument/2006/relationships/oleObject" Target="../embeddings/oleObject250.bin"/><Relationship Id="rId12" Type="http://schemas.openxmlformats.org/officeDocument/2006/relationships/image" Target="../media/image255.emf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257.emf"/><Relationship Id="rId1" Type="http://schemas.openxmlformats.org/officeDocument/2006/relationships/vmlDrawing" Target="../drawings/vmlDrawing28.vml"/><Relationship Id="rId6" Type="http://schemas.openxmlformats.org/officeDocument/2006/relationships/image" Target="../media/image252.emf"/><Relationship Id="rId11" Type="http://schemas.openxmlformats.org/officeDocument/2006/relationships/oleObject" Target="../embeddings/oleObject252.bin"/><Relationship Id="rId5" Type="http://schemas.openxmlformats.org/officeDocument/2006/relationships/oleObject" Target="../embeddings/oleObject249.bin"/><Relationship Id="rId15" Type="http://schemas.openxmlformats.org/officeDocument/2006/relationships/oleObject" Target="../embeddings/oleObject254.bin"/><Relationship Id="rId10" Type="http://schemas.openxmlformats.org/officeDocument/2006/relationships/image" Target="../media/image254.emf"/><Relationship Id="rId4" Type="http://schemas.openxmlformats.org/officeDocument/2006/relationships/image" Target="../media/image251.emf"/><Relationship Id="rId9" Type="http://schemas.openxmlformats.org/officeDocument/2006/relationships/oleObject" Target="../embeddings/oleObject251.bin"/><Relationship Id="rId14" Type="http://schemas.openxmlformats.org/officeDocument/2006/relationships/image" Target="../media/image25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1403350" y="1628775"/>
            <a:ext cx="6007100" cy="83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/>
            <a:r>
              <a:rPr kumimoji="1" lang="en-US" altLang="zh-CN" sz="4800" dirty="0">
                <a:solidFill>
                  <a:schemeClr val="tx2"/>
                </a:solidFill>
                <a:latin typeface="Algerian" panose="04020705040A02060702" pitchFamily="82" charset="0"/>
                <a:ea typeface="华文行楷" panose="02010800040101010101" pitchFamily="2" charset="-122"/>
              </a:rPr>
              <a:t>§7.2   </a:t>
            </a:r>
            <a:r>
              <a:rPr kumimoji="1" lang="zh-CN" altLang="en-US" sz="4800" dirty="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一阶微分方程 </a:t>
            </a:r>
            <a:endParaRPr kumimoji="1" lang="zh-CN" altLang="en-US" sz="48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6" name="AutoShape 25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2339975" y="3827463"/>
            <a:ext cx="4352925" cy="609600"/>
          </a:xfrm>
          <a:prstGeom prst="actionButtonBlank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/>
            <a:r>
              <a:rPr lang="zh-CN" altLang="en-US" sz="3200" b="1">
                <a:latin typeface="Times New Roman" panose="02020603050405020304" pitchFamily="18" charset="0"/>
                <a:ea typeface="楷体_GB2312" pitchFamily="49" charset="-122"/>
              </a:rPr>
              <a:t>二、一阶线性微分方程</a:t>
            </a:r>
          </a:p>
        </p:txBody>
      </p:sp>
      <p:sp>
        <p:nvSpPr>
          <p:cNvPr id="17" name="AutoShape 25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2366963" y="2914650"/>
            <a:ext cx="4352925" cy="609600"/>
          </a:xfrm>
          <a:prstGeom prst="actionButtonBlank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/>
            <a:r>
              <a:rPr lang="zh-CN" altLang="en-US" sz="3200" b="1">
                <a:latin typeface="Times New Roman" panose="02020603050405020304" pitchFamily="18" charset="0"/>
                <a:ea typeface="楷体_GB2312" pitchFamily="49" charset="-122"/>
              </a:rPr>
              <a:t>一、可分离变量方程</a:t>
            </a:r>
          </a:p>
        </p:txBody>
      </p:sp>
      <p:sp>
        <p:nvSpPr>
          <p:cNvPr id="18" name="AutoShape 25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2366963" y="4797425"/>
            <a:ext cx="4352925" cy="609600"/>
          </a:xfrm>
          <a:prstGeom prst="actionButtonBlank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/>
            <a:r>
              <a:rPr lang="zh-CN" altLang="en-US" sz="3200" b="1">
                <a:latin typeface="Times New Roman" panose="02020603050405020304" pitchFamily="18" charset="0"/>
                <a:ea typeface="楷体_GB2312" pitchFamily="49" charset="-122"/>
              </a:rPr>
              <a:t>三、变量代换法求微分方程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 autoUpdateAnimBg="0" advAuto="0"/>
      <p:bldP spid="17" grpId="0" build="p" autoUpdateAnimBg="0" advAuto="0"/>
      <p:bldP spid="18" grpId="0" build="p" autoUpdateAnimBg="0" advAuto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536309" y="3411664"/>
            <a:ext cx="3962400" cy="70326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2800" b="1" dirty="0">
                <a:ea typeface="楷体_GB2312" pitchFamily="49" charset="-122"/>
              </a:rPr>
              <a:t>分离变量方程的解法</a:t>
            </a:r>
            <a:r>
              <a:rPr lang="en-US" altLang="zh-CN" sz="2800" b="1" dirty="0">
                <a:ea typeface="楷体_GB2312" pitchFamily="49" charset="-122"/>
              </a:rPr>
              <a:t>:</a:t>
            </a:r>
          </a:p>
        </p:txBody>
      </p:sp>
      <p:graphicFrame>
        <p:nvGraphicFramePr>
          <p:cNvPr id="6246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5226117"/>
              </p:ext>
            </p:extLst>
          </p:nvPr>
        </p:nvGraphicFramePr>
        <p:xfrm>
          <a:off x="4208463" y="3560862"/>
          <a:ext cx="2667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3" name="Equation" r:id="rId3" imgW="2652648" imgH="395174" progId="Equation.3">
                  <p:embed/>
                </p:oleObj>
              </mc:Choice>
              <mc:Fallback>
                <p:oleObj name="Equation" r:id="rId3" imgW="2652648" imgH="395174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8463" y="3560862"/>
                        <a:ext cx="26670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70" name="Text Box 6"/>
          <p:cNvSpPr txBox="1">
            <a:spLocks noChangeArrowheads="1"/>
          </p:cNvSpPr>
          <p:nvPr/>
        </p:nvSpPr>
        <p:spPr bwMode="auto">
          <a:xfrm>
            <a:off x="592138" y="4392712"/>
            <a:ext cx="2438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两边积分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得 </a:t>
            </a:r>
          </a:p>
        </p:txBody>
      </p:sp>
      <p:graphicFrame>
        <p:nvGraphicFramePr>
          <p:cNvPr id="6247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6744130"/>
              </p:ext>
            </p:extLst>
          </p:nvPr>
        </p:nvGraphicFramePr>
        <p:xfrm>
          <a:off x="3195638" y="4397474"/>
          <a:ext cx="1371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4" name="Equation" r:id="rId5" imgW="1357145" imgH="566902" progId="Equation.3">
                  <p:embed/>
                </p:oleObj>
              </mc:Choice>
              <mc:Fallback>
                <p:oleObj name="Equation" r:id="rId5" imgW="1357145" imgH="566902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5638" y="4397474"/>
                        <a:ext cx="1371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6274917"/>
              </p:ext>
            </p:extLst>
          </p:nvPr>
        </p:nvGraphicFramePr>
        <p:xfrm>
          <a:off x="4630738" y="4394299"/>
          <a:ext cx="16510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5" name="Equation" r:id="rId7" imgW="1633787" imgH="557361" progId="Equation.3">
                  <p:embed/>
                </p:oleObj>
              </mc:Choice>
              <mc:Fallback>
                <p:oleObj name="Equation" r:id="rId7" imgW="1633787" imgH="557361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0738" y="4394299"/>
                        <a:ext cx="16510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73" name="Text Box 9"/>
          <p:cNvSpPr txBox="1">
            <a:spLocks noChangeArrowheads="1"/>
          </p:cNvSpPr>
          <p:nvPr/>
        </p:nvSpPr>
        <p:spPr bwMode="auto">
          <a:xfrm>
            <a:off x="7092950" y="3448149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①</a:t>
            </a:r>
          </a:p>
        </p:txBody>
      </p:sp>
      <p:graphicFrame>
        <p:nvGraphicFramePr>
          <p:cNvPr id="6247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8537115"/>
              </p:ext>
            </p:extLst>
          </p:nvPr>
        </p:nvGraphicFramePr>
        <p:xfrm>
          <a:off x="3297238" y="5599212"/>
          <a:ext cx="2476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6" name="Equation" r:id="rId9" imgW="2462207" imgH="395174" progId="Equation.3">
                  <p:embed/>
                </p:oleObj>
              </mc:Choice>
              <mc:Fallback>
                <p:oleObj name="Equation" r:id="rId9" imgW="2462207" imgH="395174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7238" y="5599212"/>
                        <a:ext cx="24765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76" name="AutoShape 12"/>
          <p:cNvSpPr>
            <a:spLocks/>
          </p:cNvSpPr>
          <p:nvPr/>
        </p:nvSpPr>
        <p:spPr bwMode="auto">
          <a:xfrm rot="5390284">
            <a:off x="3815556" y="4352231"/>
            <a:ext cx="179387" cy="1295400"/>
          </a:xfrm>
          <a:prstGeom prst="rightBrace">
            <a:avLst>
              <a:gd name="adj1" fmla="val 60177"/>
              <a:gd name="adj2" fmla="val 50000"/>
            </a:avLst>
          </a:prstGeom>
          <a:ln>
            <a:headEnd/>
            <a:tailEnd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/>
            <a:endParaRPr kumimoji="1" lang="zh-CN" altLang="en-US" sz="28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2477" name="AutoShape 13"/>
          <p:cNvSpPr>
            <a:spLocks/>
          </p:cNvSpPr>
          <p:nvPr/>
        </p:nvSpPr>
        <p:spPr bwMode="auto">
          <a:xfrm rot="5390284">
            <a:off x="5491956" y="4352231"/>
            <a:ext cx="179387" cy="1295400"/>
          </a:xfrm>
          <a:prstGeom prst="rightBrace">
            <a:avLst>
              <a:gd name="adj1" fmla="val 60177"/>
              <a:gd name="adj2" fmla="val 50000"/>
            </a:avLst>
          </a:prstGeom>
          <a:ln>
            <a:headEnd/>
            <a:tailEnd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/>
            <a:endParaRPr kumimoji="1" lang="zh-CN" altLang="en-US" sz="28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6247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5250516"/>
              </p:ext>
            </p:extLst>
          </p:nvPr>
        </p:nvGraphicFramePr>
        <p:xfrm>
          <a:off x="3627438" y="5140424"/>
          <a:ext cx="619125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7" name="Equation" r:id="rId11" imgW="757255" imgH="395174" progId="Equation.3">
                  <p:embed/>
                </p:oleObj>
              </mc:Choice>
              <mc:Fallback>
                <p:oleObj name="Equation" r:id="rId11" imgW="757255" imgH="395174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7438" y="5140424"/>
                        <a:ext cx="619125" cy="32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8306449"/>
              </p:ext>
            </p:extLst>
          </p:nvPr>
        </p:nvGraphicFramePr>
        <p:xfrm>
          <a:off x="5240338" y="5140424"/>
          <a:ext cx="609600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8" name="Equation" r:id="rId13" imgW="747733" imgH="395174" progId="Equation.3">
                  <p:embed/>
                </p:oleObj>
              </mc:Choice>
              <mc:Fallback>
                <p:oleObj name="Equation" r:id="rId13" imgW="747733" imgH="395174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0338" y="5140424"/>
                        <a:ext cx="609600" cy="32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80" name="Text Box 16"/>
          <p:cNvSpPr txBox="1">
            <a:spLocks noChangeArrowheads="1"/>
          </p:cNvSpPr>
          <p:nvPr/>
        </p:nvSpPr>
        <p:spPr bwMode="auto">
          <a:xfrm>
            <a:off x="6611938" y="5486499"/>
            <a:ext cx="539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/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②</a:t>
            </a:r>
          </a:p>
        </p:txBody>
      </p:sp>
      <p:sp>
        <p:nvSpPr>
          <p:cNvPr id="62485" name="Text Box 21"/>
          <p:cNvSpPr txBox="1">
            <a:spLocks noChangeArrowheads="1"/>
          </p:cNvSpPr>
          <p:nvPr/>
        </p:nvSpPr>
        <p:spPr bwMode="auto">
          <a:xfrm>
            <a:off x="638175" y="5416649"/>
            <a:ext cx="895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/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则有</a:t>
            </a:r>
          </a:p>
        </p:txBody>
      </p:sp>
      <p:sp>
        <p:nvSpPr>
          <p:cNvPr id="62488" name="Text Box 24"/>
          <p:cNvSpPr txBox="1">
            <a:spLocks noChangeArrowheads="1"/>
          </p:cNvSpPr>
          <p:nvPr/>
        </p:nvSpPr>
        <p:spPr bwMode="auto">
          <a:xfrm>
            <a:off x="609600" y="6151662"/>
            <a:ext cx="57848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/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称②为方程①的</a:t>
            </a:r>
            <a:r>
              <a:rPr kumimoji="1"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隐式通解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或</a:t>
            </a:r>
            <a:r>
              <a:rPr kumimoji="1"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通积分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graphicFrame>
        <p:nvGraphicFramePr>
          <p:cNvPr id="62506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3660238"/>
              </p:ext>
            </p:extLst>
          </p:nvPr>
        </p:nvGraphicFramePr>
        <p:xfrm>
          <a:off x="1628775" y="2290862"/>
          <a:ext cx="2016125" cy="1090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9" name="Equation" r:id="rId15" imgW="757255" imgH="404714" progId="Equation.DSMT4">
                  <p:embed/>
                </p:oleObj>
              </mc:Choice>
              <mc:Fallback>
                <p:oleObj name="Equation" r:id="rId15" imgW="757255" imgH="404714" progId="Equation.DSMT4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8775" y="2290862"/>
                        <a:ext cx="2016125" cy="1090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507" name="Object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3906671"/>
              </p:ext>
            </p:extLst>
          </p:nvPr>
        </p:nvGraphicFramePr>
        <p:xfrm>
          <a:off x="3714750" y="2351187"/>
          <a:ext cx="3313113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90" name="Equation" r:id="rId17" imgW="1242881" imgH="318851" progId="Equation.DSMT4">
                  <p:embed/>
                </p:oleObj>
              </mc:Choice>
              <mc:Fallback>
                <p:oleObj name="Equation" r:id="rId17" imgW="1242881" imgH="318851" progId="Equation.DSMT4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4750" y="2351187"/>
                        <a:ext cx="3313113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508" name="Text Box 44"/>
          <p:cNvSpPr txBox="1">
            <a:spLocks noChangeArrowheads="1"/>
          </p:cNvSpPr>
          <p:nvPr/>
        </p:nvSpPr>
        <p:spPr bwMode="auto">
          <a:xfrm>
            <a:off x="547688" y="2640112"/>
            <a:ext cx="15113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例如：</a:t>
            </a:r>
          </a:p>
        </p:txBody>
      </p:sp>
      <p:graphicFrame>
        <p:nvGraphicFramePr>
          <p:cNvPr id="7187" name="Object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1515875"/>
              </p:ext>
            </p:extLst>
          </p:nvPr>
        </p:nvGraphicFramePr>
        <p:xfrm>
          <a:off x="4795838" y="836712"/>
          <a:ext cx="2447925" cy="909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91" name="Equation" r:id="rId19" imgW="1042917" imgH="376093" progId="Equation.DSMT4">
                  <p:embed/>
                </p:oleObj>
              </mc:Choice>
              <mc:Fallback>
                <p:oleObj name="Equation" r:id="rId19" imgW="1042917" imgH="376093" progId="Equation.DSMT4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5838" y="836712"/>
                        <a:ext cx="2447925" cy="909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514" name="Object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4623083"/>
              </p:ext>
            </p:extLst>
          </p:nvPr>
        </p:nvGraphicFramePr>
        <p:xfrm>
          <a:off x="692150" y="1819374"/>
          <a:ext cx="3095625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92" name="Equation" r:id="rId21" imgW="1166704" imgH="185787" progId="Equation.DSMT4">
                  <p:embed/>
                </p:oleObj>
              </mc:Choice>
              <mc:Fallback>
                <p:oleObj name="Equation" r:id="rId21" imgW="1166704" imgH="185787" progId="Equation.DSMT4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150" y="1819374"/>
                        <a:ext cx="3095625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515" name="Text Box 51"/>
          <p:cNvSpPr txBox="1">
            <a:spLocks noChangeArrowheads="1"/>
          </p:cNvSpPr>
          <p:nvPr/>
        </p:nvSpPr>
        <p:spPr bwMode="auto">
          <a:xfrm>
            <a:off x="3970338" y="1832074"/>
            <a:ext cx="4038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可分离变量的微分方程</a:t>
            </a:r>
            <a:r>
              <a:rPr kumimoji="1" lang="en-US" altLang="zh-CN" sz="2800" b="1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.</a:t>
            </a:r>
            <a:endParaRPr kumimoji="1" lang="en-US" altLang="zh-CN" sz="240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190" name="Text Box 52"/>
          <p:cNvSpPr txBox="1">
            <a:spLocks noChangeArrowheads="1"/>
          </p:cNvSpPr>
          <p:nvPr/>
        </p:nvSpPr>
        <p:spPr bwMode="auto">
          <a:xfrm>
            <a:off x="547688" y="1055787"/>
            <a:ext cx="49752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楷体_GB2312" pitchFamily="49" charset="-122"/>
                <a:ea typeface="楷体_GB2312" pitchFamily="49" charset="-122"/>
              </a:rPr>
              <a:t>一阶微分方程的一般形式：</a:t>
            </a:r>
            <a:endParaRPr kumimoji="1" lang="zh-CN" altLang="en-US" sz="240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2519" name="AutoShape 55"/>
          <p:cNvSpPr>
            <a:spLocks noChangeArrowheads="1"/>
          </p:cNvSpPr>
          <p:nvPr/>
        </p:nvSpPr>
        <p:spPr bwMode="auto">
          <a:xfrm>
            <a:off x="6875463" y="4118074"/>
            <a:ext cx="1944687" cy="720725"/>
          </a:xfrm>
          <a:prstGeom prst="wedgeRoundRectCallout">
            <a:avLst>
              <a:gd name="adj1" fmla="val -87144"/>
              <a:gd name="adj2" fmla="val -2051"/>
              <a:gd name="adj3" fmla="val 16667"/>
            </a:avLst>
          </a:prstGeom>
          <a:noFill/>
          <a:ln w="1587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algn="ctr" eaLnBrk="1" hangingPunct="1"/>
            <a:r>
              <a:rPr kumimoji="1" lang="zh-CN" altLang="en-US" sz="2800" b="1">
                <a:solidFill>
                  <a:srgbClr val="66FF66"/>
                </a:solidFill>
                <a:latin typeface="Times New Roman" panose="02020603050405020304" pitchFamily="18" charset="0"/>
                <a:ea typeface="楷体_GB2312" pitchFamily="49" charset="-122"/>
              </a:rPr>
              <a:t>分离变量法</a:t>
            </a:r>
            <a:endParaRPr kumimoji="1" lang="zh-CN" altLang="en-US" sz="2800">
              <a:solidFill>
                <a:srgbClr val="66FF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192" name="AutoShape 25">
            <a:hlinkClick r:id="rId2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219075" y="258763"/>
            <a:ext cx="4352925" cy="609600"/>
          </a:xfrm>
          <a:prstGeom prst="actionButtonBlank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rgbClr val="FFC000"/>
                </a:solidFill>
                <a:latin typeface="+mj-lt"/>
                <a:ea typeface="楷体_GB2312" pitchFamily="49" charset="-122"/>
                <a:cs typeface="+mj-cs"/>
              </a:rPr>
              <a:t>7.2.1 </a:t>
            </a:r>
            <a:r>
              <a:rPr lang="zh-CN" altLang="en-US" sz="3200" b="1" dirty="0">
                <a:solidFill>
                  <a:srgbClr val="FFC000"/>
                </a:solidFill>
                <a:latin typeface="Times New Roman" panose="02020603050405020304" pitchFamily="18" charset="0"/>
                <a:ea typeface="楷体_GB2312" pitchFamily="49" charset="-122"/>
              </a:rPr>
              <a:t>可分离变量方程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2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2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2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2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2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2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2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24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2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2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2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62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62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62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2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62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62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624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624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62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70" grpId="0" autoUpdateAnimBg="0"/>
      <p:bldP spid="62473" grpId="0" build="p" autoUpdateAnimBg="0" advAuto="0"/>
      <p:bldP spid="62476" grpId="0" animBg="1"/>
      <p:bldP spid="62477" grpId="0" animBg="1"/>
      <p:bldP spid="62480" grpId="0" build="p" autoUpdateAnimBg="0" advAuto="0"/>
      <p:bldP spid="62485" grpId="0" build="p" autoUpdateAnimBg="0"/>
      <p:bldP spid="62488" grpId="0" build="p" autoUpdateAnimBg="0"/>
      <p:bldP spid="62508" grpId="0" autoUpdateAnimBg="0"/>
      <p:bldP spid="62515" grpId="0" autoUpdateAnimBg="0"/>
      <p:bldP spid="62519" grpId="0" animBg="1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3048000" cy="6096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2800" b="1" dirty="0">
                <a:solidFill>
                  <a:srgbClr val="FFC000"/>
                </a:solidFill>
                <a:ea typeface="楷体_GB2312" pitchFamily="49" charset="-122"/>
              </a:rPr>
              <a:t>例</a:t>
            </a:r>
            <a:r>
              <a:rPr lang="en-US" altLang="zh-CN" sz="2800" b="1" dirty="0">
                <a:solidFill>
                  <a:srgbClr val="FFC000"/>
                </a:solidFill>
                <a:ea typeface="楷体_GB2312" pitchFamily="49" charset="-122"/>
              </a:rPr>
              <a:t>1</a:t>
            </a:r>
            <a:r>
              <a:rPr lang="en-US" altLang="zh-CN" sz="2800" b="1" dirty="0">
                <a:ea typeface="楷体_GB2312" pitchFamily="49" charset="-122"/>
              </a:rPr>
              <a:t>. </a:t>
            </a:r>
            <a:r>
              <a:rPr lang="zh-CN" altLang="en-US" sz="2800" dirty="0">
                <a:solidFill>
                  <a:schemeClr val="tx1"/>
                </a:solidFill>
                <a:ea typeface="楷体_GB2312" pitchFamily="49" charset="-122"/>
              </a:rPr>
              <a:t>求微分方程</a:t>
            </a:r>
          </a:p>
        </p:txBody>
      </p:sp>
      <p:graphicFrame>
        <p:nvGraphicFramePr>
          <p:cNvPr id="8195" name="Object 3"/>
          <p:cNvGraphicFramePr>
            <a:graphicFrameLocks noChangeAspect="1"/>
          </p:cNvGraphicFramePr>
          <p:nvPr/>
        </p:nvGraphicFramePr>
        <p:xfrm>
          <a:off x="3327400" y="292100"/>
          <a:ext cx="15494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4" name="Equation" r:id="rId4" imgW="1538065" imgH="909854" progId="Equation.3">
                  <p:embed/>
                </p:oleObj>
              </mc:Choice>
              <mc:Fallback>
                <p:oleObj name="Equation" r:id="rId4" imgW="1538065" imgH="909854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7400" y="292100"/>
                        <a:ext cx="15494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4800600" y="395288"/>
            <a:ext cx="1676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的通解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41989" name="Text Box 5"/>
          <p:cNvSpPr txBox="1">
            <a:spLocks noChangeArrowheads="1"/>
          </p:cNvSpPr>
          <p:nvPr/>
        </p:nvSpPr>
        <p:spPr bwMode="auto">
          <a:xfrm>
            <a:off x="685800" y="1233488"/>
            <a:ext cx="2971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解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分离变量得</a:t>
            </a:r>
          </a:p>
        </p:txBody>
      </p:sp>
      <p:graphicFrame>
        <p:nvGraphicFramePr>
          <p:cNvPr id="41990" name="Object 6"/>
          <p:cNvGraphicFramePr>
            <a:graphicFrameLocks noChangeAspect="1"/>
          </p:cNvGraphicFramePr>
          <p:nvPr/>
        </p:nvGraphicFramePr>
        <p:xfrm>
          <a:off x="3352800" y="1130300"/>
          <a:ext cx="17780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5" name="Equation" r:id="rId6" imgW="1767096" imgH="909854" progId="Equation.3">
                  <p:embed/>
                </p:oleObj>
              </mc:Choice>
              <mc:Fallback>
                <p:oleObj name="Equation" r:id="rId6" imgW="1767096" imgH="909854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1130300"/>
                        <a:ext cx="17780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1" name="Text Box 7"/>
          <p:cNvSpPr txBox="1">
            <a:spLocks noChangeArrowheads="1"/>
          </p:cNvSpPr>
          <p:nvPr/>
        </p:nvSpPr>
        <p:spPr bwMode="auto">
          <a:xfrm>
            <a:off x="609600" y="2178050"/>
            <a:ext cx="1752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两边积分</a:t>
            </a:r>
          </a:p>
        </p:txBody>
      </p:sp>
      <p:graphicFrame>
        <p:nvGraphicFramePr>
          <p:cNvPr id="41992" name="Object 8"/>
          <p:cNvGraphicFramePr>
            <a:graphicFrameLocks noChangeAspect="1"/>
          </p:cNvGraphicFramePr>
          <p:nvPr/>
        </p:nvGraphicFramePr>
        <p:xfrm>
          <a:off x="2273300" y="2044700"/>
          <a:ext cx="22225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6" name="Equation" r:id="rId8" imgW="2205111" imgH="909854" progId="Equation.3">
                  <p:embed/>
                </p:oleObj>
              </mc:Choice>
              <mc:Fallback>
                <p:oleObj name="Equation" r:id="rId8" imgW="2205111" imgH="909854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3300" y="2044700"/>
                        <a:ext cx="22225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3" name="Text Box 9"/>
          <p:cNvSpPr txBox="1">
            <a:spLocks noChangeArrowheads="1"/>
          </p:cNvSpPr>
          <p:nvPr/>
        </p:nvSpPr>
        <p:spPr bwMode="auto">
          <a:xfrm>
            <a:off x="609600" y="3062288"/>
            <a:ext cx="1371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得</a:t>
            </a:r>
          </a:p>
        </p:txBody>
      </p:sp>
      <p:graphicFrame>
        <p:nvGraphicFramePr>
          <p:cNvPr id="41994" name="Object 10"/>
          <p:cNvGraphicFramePr>
            <a:graphicFrameLocks noChangeAspect="1"/>
          </p:cNvGraphicFramePr>
          <p:nvPr/>
        </p:nvGraphicFramePr>
        <p:xfrm>
          <a:off x="1612900" y="3048000"/>
          <a:ext cx="21971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7" name="Equation" r:id="rId10" imgW="2186067" imgH="519199" progId="Equation.3">
                  <p:embed/>
                </p:oleObj>
              </mc:Choice>
              <mc:Fallback>
                <p:oleObj name="Equation" r:id="rId10" imgW="2186067" imgH="519199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2900" y="3048000"/>
                        <a:ext cx="21971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5" name="Rectangle 11"/>
          <p:cNvSpPr>
            <a:spLocks noChangeArrowheads="1"/>
          </p:cNvSpPr>
          <p:nvPr/>
        </p:nvSpPr>
        <p:spPr bwMode="auto">
          <a:xfrm>
            <a:off x="5638800" y="3886200"/>
            <a:ext cx="3048000" cy="762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aphicFrame>
        <p:nvGraphicFramePr>
          <p:cNvPr id="41996" name="Object 12"/>
          <p:cNvGraphicFramePr>
            <a:graphicFrameLocks noChangeAspect="1"/>
          </p:cNvGraphicFramePr>
          <p:nvPr/>
        </p:nvGraphicFramePr>
        <p:xfrm>
          <a:off x="5791200" y="4038600"/>
          <a:ext cx="26670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8" name="Equation" r:id="rId12" imgW="2652648" imgH="519199" progId="Equation.3">
                  <p:embed/>
                </p:oleObj>
              </mc:Choice>
              <mc:Fallback>
                <p:oleObj name="Equation" r:id="rId12" imgW="2652648" imgH="519199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4038600"/>
                        <a:ext cx="26670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7" name="Text Box 13"/>
          <p:cNvSpPr txBox="1">
            <a:spLocks noChangeArrowheads="1"/>
          </p:cNvSpPr>
          <p:nvPr/>
        </p:nvSpPr>
        <p:spPr bwMode="auto">
          <a:xfrm>
            <a:off x="609600" y="3824288"/>
            <a:ext cx="6445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即</a:t>
            </a:r>
          </a:p>
        </p:txBody>
      </p:sp>
      <p:graphicFrame>
        <p:nvGraphicFramePr>
          <p:cNvPr id="41998" name="Object 14"/>
          <p:cNvGraphicFramePr>
            <a:graphicFrameLocks noChangeAspect="1"/>
          </p:cNvGraphicFramePr>
          <p:nvPr/>
        </p:nvGraphicFramePr>
        <p:xfrm>
          <a:off x="1771650" y="3684588"/>
          <a:ext cx="18288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9" name="Equation" r:id="rId14" imgW="1814706" imgH="585982" progId="Equation.3">
                  <p:embed/>
                </p:oleObj>
              </mc:Choice>
              <mc:Fallback>
                <p:oleObj name="Equation" r:id="rId14" imgW="1814706" imgH="585982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1650" y="3684588"/>
                        <a:ext cx="18288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9" name="Object 15"/>
          <p:cNvGraphicFramePr>
            <a:graphicFrameLocks noChangeAspect="1"/>
          </p:cNvGraphicFramePr>
          <p:nvPr/>
        </p:nvGraphicFramePr>
        <p:xfrm>
          <a:off x="3657600" y="3671888"/>
          <a:ext cx="15494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0" name="Equation" r:id="rId16" imgW="1538065" imgH="585982" progId="Equation.3">
                  <p:embed/>
                </p:oleObj>
              </mc:Choice>
              <mc:Fallback>
                <p:oleObj name="Equation" r:id="rId16" imgW="1538065" imgH="585982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3671888"/>
                        <a:ext cx="15494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00" name="Object 16"/>
          <p:cNvGraphicFramePr>
            <a:graphicFrameLocks noChangeAspect="1"/>
          </p:cNvGraphicFramePr>
          <p:nvPr/>
        </p:nvGraphicFramePr>
        <p:xfrm>
          <a:off x="1828800" y="5029200"/>
          <a:ext cx="14224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1" name="Equation" r:id="rId18" imgW="1404756" imgH="585982" progId="Equation.3">
                  <p:embed/>
                </p:oleObj>
              </mc:Choice>
              <mc:Fallback>
                <p:oleObj name="Equation" r:id="rId18" imgW="1404756" imgH="585982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5029200"/>
                        <a:ext cx="14224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02" name="Object 18"/>
          <p:cNvGraphicFramePr>
            <a:graphicFrameLocks noChangeAspect="1"/>
          </p:cNvGraphicFramePr>
          <p:nvPr/>
        </p:nvGraphicFramePr>
        <p:xfrm>
          <a:off x="2286000" y="4343400"/>
          <a:ext cx="18415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2" name="Equation" r:id="rId20" imgW="1824228" imgH="557361" progId="Equation.3">
                  <p:embed/>
                </p:oleObj>
              </mc:Choice>
              <mc:Fallback>
                <p:oleObj name="Equation" r:id="rId20" imgW="1824228" imgH="557361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4343400"/>
                        <a:ext cx="18415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04" name="Text Box 20"/>
          <p:cNvSpPr txBox="1">
            <a:spLocks noChangeArrowheads="1"/>
          </p:cNvSpPr>
          <p:nvPr/>
        </p:nvSpPr>
        <p:spPr bwMode="auto">
          <a:xfrm>
            <a:off x="4648200" y="5105400"/>
            <a:ext cx="2895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(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为任意常数 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</p:txBody>
      </p:sp>
      <p:sp>
        <p:nvSpPr>
          <p:cNvPr id="42005" name="AutoShape 21"/>
          <p:cNvSpPr>
            <a:spLocks noChangeArrowheads="1"/>
          </p:cNvSpPr>
          <p:nvPr/>
        </p:nvSpPr>
        <p:spPr bwMode="auto">
          <a:xfrm rot="-3591964">
            <a:off x="4627563" y="2292350"/>
            <a:ext cx="179388" cy="1995487"/>
          </a:xfrm>
          <a:prstGeom prst="downArrow">
            <a:avLst>
              <a:gd name="adj1" fmla="val 50000"/>
              <a:gd name="adj2" fmla="val 278097"/>
            </a:avLst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/>
            <a:endParaRPr kumimoji="1" lang="zh-CN" altLang="en-US" sz="28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2006" name="AutoShape 22"/>
          <p:cNvSpPr>
            <a:spLocks noChangeArrowheads="1"/>
          </p:cNvSpPr>
          <p:nvPr/>
        </p:nvSpPr>
        <p:spPr bwMode="auto">
          <a:xfrm rot="4093804">
            <a:off x="4383881" y="3793332"/>
            <a:ext cx="179387" cy="2197100"/>
          </a:xfrm>
          <a:prstGeom prst="downArrow">
            <a:avLst>
              <a:gd name="adj1" fmla="val 50000"/>
              <a:gd name="adj2" fmla="val 306196"/>
            </a:avLst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rgbClr val="FFC000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/>
            <a:endParaRPr kumimoji="1" lang="zh-CN" altLang="en-US" sz="28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2007" name="Text Box 23"/>
          <p:cNvSpPr txBox="1">
            <a:spLocks noChangeArrowheads="1"/>
          </p:cNvSpPr>
          <p:nvPr/>
        </p:nvSpPr>
        <p:spPr bwMode="auto">
          <a:xfrm>
            <a:off x="4648200" y="2819400"/>
            <a:ext cx="86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solidFill>
                  <a:schemeClr val="accent1"/>
                </a:solidFill>
                <a:latin typeface="Times New Roman" panose="02020603050405020304" pitchFamily="18" charset="0"/>
                <a:ea typeface="楷体_GB2312" pitchFamily="49" charset="-122"/>
              </a:rPr>
              <a:t>或</a:t>
            </a:r>
          </a:p>
        </p:txBody>
      </p:sp>
      <p:sp>
        <p:nvSpPr>
          <p:cNvPr id="8215" name="Text Box 28"/>
          <p:cNvSpPr txBox="1">
            <a:spLocks noChangeArrowheads="1"/>
          </p:cNvSpPr>
          <p:nvPr/>
        </p:nvSpPr>
        <p:spPr bwMode="auto">
          <a:xfrm>
            <a:off x="6172200" y="1676400"/>
            <a:ext cx="2667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zh-CN" sz="2800"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42015" name="Oval 31"/>
          <p:cNvSpPr>
            <a:spLocks noChangeArrowheads="1"/>
          </p:cNvSpPr>
          <p:nvPr/>
        </p:nvSpPr>
        <p:spPr bwMode="auto">
          <a:xfrm>
            <a:off x="3276600" y="1654175"/>
            <a:ext cx="533400" cy="457200"/>
          </a:xfrm>
          <a:prstGeom prst="ellips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/>
            <a:endParaRPr kumimoji="1" lang="zh-CN" altLang="en-US" sz="28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2022" name="Rectangle 38"/>
          <p:cNvSpPr>
            <a:spLocks noChangeArrowheads="1"/>
          </p:cNvSpPr>
          <p:nvPr/>
        </p:nvSpPr>
        <p:spPr bwMode="auto">
          <a:xfrm>
            <a:off x="5257800" y="1219200"/>
            <a:ext cx="3505200" cy="1828800"/>
          </a:xfrm>
          <a:prstGeom prst="rect">
            <a:avLst/>
          </a:prstGeom>
          <a:solidFill>
            <a:srgbClr val="0033CC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/>
            <a:endParaRPr kumimoji="1" lang="zh-CN" altLang="en-US" sz="28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2023" name="Text Box 39"/>
          <p:cNvSpPr txBox="1">
            <a:spLocks noChangeArrowheads="1"/>
          </p:cNvSpPr>
          <p:nvPr/>
        </p:nvSpPr>
        <p:spPr bwMode="auto">
          <a:xfrm>
            <a:off x="5334000" y="1219200"/>
            <a:ext cx="350520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说明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在求解过程中每一步不一定是同解变形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,</a:t>
            </a:r>
          </a:p>
        </p:txBody>
      </p:sp>
      <p:sp>
        <p:nvSpPr>
          <p:cNvPr id="42024" name="Text Box 40"/>
          <p:cNvSpPr txBox="1">
            <a:spLocks noChangeArrowheads="1"/>
          </p:cNvSpPr>
          <p:nvPr/>
        </p:nvSpPr>
        <p:spPr bwMode="auto">
          <a:xfrm>
            <a:off x="6324600" y="2157413"/>
            <a:ext cx="2438400" cy="43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因此可能增、</a:t>
            </a:r>
          </a:p>
        </p:txBody>
      </p:sp>
      <p:sp>
        <p:nvSpPr>
          <p:cNvPr id="42025" name="Text Box 41"/>
          <p:cNvSpPr txBox="1">
            <a:spLocks noChangeArrowheads="1"/>
          </p:cNvSpPr>
          <p:nvPr/>
        </p:nvSpPr>
        <p:spPr bwMode="auto">
          <a:xfrm>
            <a:off x="5375275" y="2590800"/>
            <a:ext cx="2286000" cy="43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减解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42026" name="Line 42"/>
          <p:cNvSpPr>
            <a:spLocks noChangeShapeType="1"/>
          </p:cNvSpPr>
          <p:nvPr/>
        </p:nvSpPr>
        <p:spPr bwMode="auto">
          <a:xfrm>
            <a:off x="2209800" y="4343400"/>
            <a:ext cx="0" cy="762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27" name="Text Box 43"/>
          <p:cNvSpPr txBox="1">
            <a:spLocks noChangeArrowheads="1"/>
          </p:cNvSpPr>
          <p:nvPr/>
        </p:nvSpPr>
        <p:spPr bwMode="auto">
          <a:xfrm>
            <a:off x="609600" y="5729288"/>
            <a:ext cx="5943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(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此式含分离变量时丢失的解 </a:t>
            </a:r>
            <a:r>
              <a:rPr kumimoji="1"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y</a:t>
            </a:r>
            <a:r>
              <a:rPr kumimoji="1"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= 0 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1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1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1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1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2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42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2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2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2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2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2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42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2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2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20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42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41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41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42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9" grpId="0" autoUpdateAnimBg="0"/>
      <p:bldP spid="41991" grpId="0" autoUpdateAnimBg="0"/>
      <p:bldP spid="41993" grpId="0" autoUpdateAnimBg="0"/>
      <p:bldP spid="41995" grpId="0" animBg="1"/>
      <p:bldP spid="41997" grpId="0" autoUpdateAnimBg="0"/>
      <p:bldP spid="42004" grpId="0" autoUpdateAnimBg="0"/>
      <p:bldP spid="42005" grpId="0" animBg="1"/>
      <p:bldP spid="42006" grpId="0" animBg="1"/>
      <p:bldP spid="42007" grpId="0" build="p" autoUpdateAnimBg="0"/>
      <p:bldP spid="42015" grpId="0" animBg="1"/>
      <p:bldP spid="42022" grpId="0" animBg="1"/>
      <p:bldP spid="42023" grpId="0" autoUpdateAnimBg="0"/>
      <p:bldP spid="42024" grpId="0" autoUpdateAnimBg="0"/>
      <p:bldP spid="42025" grpId="0" autoUpdateAnimBg="0"/>
      <p:bldP spid="42027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85800"/>
            <a:ext cx="2743200" cy="6858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2800" b="1" dirty="0">
                <a:solidFill>
                  <a:srgbClr val="FFC000"/>
                </a:solidFill>
                <a:ea typeface="楷体_GB2312" pitchFamily="49" charset="-122"/>
              </a:rPr>
              <a:t>例</a:t>
            </a:r>
            <a:r>
              <a:rPr lang="en-US" altLang="zh-CN" sz="2800" b="1" dirty="0">
                <a:solidFill>
                  <a:srgbClr val="FFC000"/>
                </a:solidFill>
                <a:ea typeface="楷体_GB2312" pitchFamily="49" charset="-122"/>
              </a:rPr>
              <a:t>2</a:t>
            </a:r>
            <a:r>
              <a:rPr lang="en-US" altLang="zh-CN" sz="2800" b="1" dirty="0">
                <a:ea typeface="楷体_GB2312" pitchFamily="49" charset="-122"/>
              </a:rPr>
              <a:t>.</a:t>
            </a:r>
            <a:r>
              <a:rPr lang="en-US" altLang="zh-CN" sz="2800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sz="2800" dirty="0">
                <a:solidFill>
                  <a:schemeClr val="tx1"/>
                </a:solidFill>
                <a:ea typeface="楷体_GB2312" pitchFamily="49" charset="-122"/>
              </a:rPr>
              <a:t>解初值问题</a:t>
            </a:r>
          </a:p>
        </p:txBody>
      </p:sp>
      <p:graphicFrame>
        <p:nvGraphicFramePr>
          <p:cNvPr id="10243" name="Object 3"/>
          <p:cNvGraphicFramePr>
            <a:graphicFrameLocks noChangeAspect="1"/>
          </p:cNvGraphicFramePr>
          <p:nvPr/>
        </p:nvGraphicFramePr>
        <p:xfrm>
          <a:off x="3657600" y="406400"/>
          <a:ext cx="3276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1" name="Equation" r:id="rId3" imgW="3262562" imgH="490578" progId="Equation.3">
                  <p:embed/>
                </p:oleObj>
              </mc:Choice>
              <mc:Fallback>
                <p:oleObj name="Equation" r:id="rId3" imgW="3262562" imgH="490578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06400"/>
                        <a:ext cx="32766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9" name="Text Box 5"/>
          <p:cNvSpPr txBox="1">
            <a:spLocks noChangeArrowheads="1"/>
          </p:cNvSpPr>
          <p:nvPr/>
        </p:nvSpPr>
        <p:spPr bwMode="auto">
          <a:xfrm>
            <a:off x="685800" y="1800225"/>
            <a:ext cx="2971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解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分离变量得</a:t>
            </a:r>
          </a:p>
        </p:txBody>
      </p:sp>
      <p:graphicFrame>
        <p:nvGraphicFramePr>
          <p:cNvPr id="21510" name="Object 6"/>
          <p:cNvGraphicFramePr>
            <a:graphicFrameLocks noChangeAspect="1"/>
          </p:cNvGraphicFramePr>
          <p:nvPr/>
        </p:nvGraphicFramePr>
        <p:xfrm>
          <a:off x="3454400" y="1676400"/>
          <a:ext cx="23368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2" name="Equation" r:id="rId5" imgW="2319376" imgH="909854" progId="Equation.3">
                  <p:embed/>
                </p:oleObj>
              </mc:Choice>
              <mc:Fallback>
                <p:oleObj name="Equation" r:id="rId5" imgW="2319376" imgH="909854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4400" y="1676400"/>
                        <a:ext cx="23368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1" name="Text Box 7"/>
          <p:cNvSpPr txBox="1">
            <a:spLocks noChangeArrowheads="1"/>
          </p:cNvSpPr>
          <p:nvPr/>
        </p:nvSpPr>
        <p:spPr bwMode="auto">
          <a:xfrm>
            <a:off x="609600" y="2905125"/>
            <a:ext cx="2362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两边积分得</a:t>
            </a:r>
          </a:p>
        </p:txBody>
      </p:sp>
      <p:graphicFrame>
        <p:nvGraphicFramePr>
          <p:cNvPr id="21512" name="Object 8"/>
          <p:cNvGraphicFramePr>
            <a:graphicFrameLocks noChangeAspect="1"/>
          </p:cNvGraphicFramePr>
          <p:nvPr/>
        </p:nvGraphicFramePr>
        <p:xfrm>
          <a:off x="2730500" y="2743200"/>
          <a:ext cx="37465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3" name="Equation" r:id="rId7" imgW="3729143" imgH="909854" progId="Equation.3">
                  <p:embed/>
                </p:oleObj>
              </mc:Choice>
              <mc:Fallback>
                <p:oleObj name="Equation" r:id="rId7" imgW="3729143" imgH="909854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0500" y="2743200"/>
                        <a:ext cx="37465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3" name="Text Box 9"/>
          <p:cNvSpPr txBox="1">
            <a:spLocks noChangeArrowheads="1"/>
          </p:cNvSpPr>
          <p:nvPr/>
        </p:nvSpPr>
        <p:spPr bwMode="auto">
          <a:xfrm>
            <a:off x="609600" y="3886200"/>
            <a:ext cx="83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即</a:t>
            </a:r>
          </a:p>
        </p:txBody>
      </p:sp>
      <p:graphicFrame>
        <p:nvGraphicFramePr>
          <p:cNvPr id="21514" name="Object 10"/>
          <p:cNvGraphicFramePr>
            <a:graphicFrameLocks noChangeAspect="1"/>
          </p:cNvGraphicFramePr>
          <p:nvPr/>
        </p:nvGraphicFramePr>
        <p:xfrm>
          <a:off x="2208213" y="3886200"/>
          <a:ext cx="20447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4" name="Equation" r:id="rId9" imgW="2033714" imgH="528740" progId="Equation.3">
                  <p:embed/>
                </p:oleObj>
              </mc:Choice>
              <mc:Fallback>
                <p:oleObj name="Equation" r:id="rId9" imgW="2033714" imgH="5287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3" y="3886200"/>
                        <a:ext cx="20447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9" name="Text Box 15"/>
          <p:cNvSpPr txBox="1">
            <a:spLocks noChangeArrowheads="1"/>
          </p:cNvSpPr>
          <p:nvPr/>
        </p:nvSpPr>
        <p:spPr bwMode="auto">
          <a:xfrm>
            <a:off x="609600" y="4572000"/>
            <a:ext cx="3429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由初始条件得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 = 1,</a:t>
            </a:r>
          </a:p>
        </p:txBody>
      </p:sp>
      <p:graphicFrame>
        <p:nvGraphicFramePr>
          <p:cNvPr id="21520" name="Object 16"/>
          <p:cNvGraphicFramePr>
            <a:graphicFrameLocks noChangeAspect="1"/>
          </p:cNvGraphicFramePr>
          <p:nvPr/>
        </p:nvGraphicFramePr>
        <p:xfrm>
          <a:off x="2819400" y="5321300"/>
          <a:ext cx="19050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5" name="Equation" r:id="rId11" imgW="1890882" imgH="528740" progId="Equation.3">
                  <p:embed/>
                </p:oleObj>
              </mc:Choice>
              <mc:Fallback>
                <p:oleObj name="Equation" r:id="rId11" imgW="1890882" imgH="52874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5321300"/>
                        <a:ext cx="19050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26" name="Text Box 22"/>
          <p:cNvSpPr txBox="1">
            <a:spLocks noChangeArrowheads="1"/>
          </p:cNvSpPr>
          <p:nvPr/>
        </p:nvSpPr>
        <p:spPr bwMode="auto">
          <a:xfrm>
            <a:off x="4572000" y="3900488"/>
            <a:ext cx="2895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(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为任意常数 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</p:txBody>
      </p:sp>
      <p:sp>
        <p:nvSpPr>
          <p:cNvPr id="21529" name="Text Box 25"/>
          <p:cNvSpPr txBox="1">
            <a:spLocks noChangeArrowheads="1"/>
          </p:cNvSpPr>
          <p:nvPr/>
        </p:nvSpPr>
        <p:spPr bwMode="auto">
          <a:xfrm>
            <a:off x="3886200" y="4572000"/>
            <a:ext cx="2819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故所求特解为</a:t>
            </a:r>
          </a:p>
        </p:txBody>
      </p:sp>
      <p:graphicFrame>
        <p:nvGraphicFramePr>
          <p:cNvPr id="10254" name="Object 26"/>
          <p:cNvGraphicFramePr>
            <a:graphicFrameLocks noChangeAspect="1"/>
          </p:cNvGraphicFramePr>
          <p:nvPr/>
        </p:nvGraphicFramePr>
        <p:xfrm>
          <a:off x="3708400" y="1068388"/>
          <a:ext cx="1244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6" name="Equation" r:id="rId13" imgW="1233359" imgH="395174" progId="Equation.3">
                  <p:embed/>
                </p:oleObj>
              </mc:Choice>
              <mc:Fallback>
                <p:oleObj name="Equation" r:id="rId13" imgW="1233359" imgH="395174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1068388"/>
                        <a:ext cx="12446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5" name="AutoShape 27"/>
          <p:cNvSpPr>
            <a:spLocks/>
          </p:cNvSpPr>
          <p:nvPr/>
        </p:nvSpPr>
        <p:spPr bwMode="auto">
          <a:xfrm>
            <a:off x="3352800" y="584200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/>
            <a:endParaRPr kumimoji="1" lang="zh-CN" altLang="en-US" sz="28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1532" name="Line 28"/>
          <p:cNvSpPr>
            <a:spLocks noChangeShapeType="1"/>
          </p:cNvSpPr>
          <p:nvPr/>
        </p:nvSpPr>
        <p:spPr bwMode="auto">
          <a:xfrm>
            <a:off x="3721100" y="1524000"/>
            <a:ext cx="1231900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1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9" grpId="0" autoUpdateAnimBg="0"/>
      <p:bldP spid="21511" grpId="0" autoUpdateAnimBg="0"/>
      <p:bldP spid="21513" grpId="0" autoUpdateAnimBg="0"/>
      <p:bldP spid="21519" grpId="0" autoUpdateAnimBg="0"/>
      <p:bldP spid="21526" grpId="0" autoUpdateAnimBg="0"/>
      <p:bldP spid="21529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1219200" cy="6096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2800" b="1">
                <a:ea typeface="楷体_GB2312" pitchFamily="49" charset="-122"/>
              </a:rPr>
              <a:t>练习</a:t>
            </a:r>
            <a:r>
              <a:rPr lang="en-US" altLang="zh-CN" sz="2800" b="1">
                <a:ea typeface="楷体_GB2312" pitchFamily="49" charset="-122"/>
              </a:rPr>
              <a:t>:</a:t>
            </a:r>
            <a:endParaRPr lang="en-US" altLang="zh-CN" sz="2800">
              <a:solidFill>
                <a:schemeClr val="tx1"/>
              </a:solidFill>
              <a:ea typeface="楷体_GB2312" pitchFamily="49" charset="-122"/>
            </a:endParaRPr>
          </a:p>
        </p:txBody>
      </p:sp>
      <p:graphicFrame>
        <p:nvGraphicFramePr>
          <p:cNvPr id="11267" name="Object 16"/>
          <p:cNvGraphicFramePr>
            <a:graphicFrameLocks noChangeAspect="1"/>
          </p:cNvGraphicFramePr>
          <p:nvPr/>
        </p:nvGraphicFramePr>
        <p:xfrm>
          <a:off x="1828800" y="215900"/>
          <a:ext cx="40005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6" name="Equation" r:id="rId3" imgW="3986239" imgH="909854" progId="Equation.3">
                  <p:embed/>
                </p:oleObj>
              </mc:Choice>
              <mc:Fallback>
                <p:oleObj name="Equation" r:id="rId3" imgW="3986239" imgH="909854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215900"/>
                        <a:ext cx="40005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4" name="Text Box 18"/>
          <p:cNvSpPr txBox="1">
            <a:spLocks noChangeArrowheads="1"/>
          </p:cNvSpPr>
          <p:nvPr/>
        </p:nvSpPr>
        <p:spPr bwMode="auto">
          <a:xfrm>
            <a:off x="609600" y="1066800"/>
            <a:ext cx="2971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解法 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1 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分离变量</a:t>
            </a:r>
            <a:endParaRPr kumimoji="1" lang="zh-CN" altLang="en-US" sz="2800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4595" name="Object 19"/>
          <p:cNvGraphicFramePr>
            <a:graphicFrameLocks noChangeAspect="1"/>
          </p:cNvGraphicFramePr>
          <p:nvPr/>
        </p:nvGraphicFramePr>
        <p:xfrm>
          <a:off x="3581400" y="1066800"/>
          <a:ext cx="2133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7" name="Equation" r:id="rId5" imgW="2119412" imgH="490578" progId="Equation.3">
                  <p:embed/>
                </p:oleObj>
              </mc:Choice>
              <mc:Fallback>
                <p:oleObj name="Equation" r:id="rId5" imgW="2119412" imgH="490578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1066800"/>
                        <a:ext cx="21336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6" name="Object 20"/>
          <p:cNvGraphicFramePr>
            <a:graphicFrameLocks noChangeAspect="1"/>
          </p:cNvGraphicFramePr>
          <p:nvPr/>
        </p:nvGraphicFramePr>
        <p:xfrm>
          <a:off x="2730500" y="1676400"/>
          <a:ext cx="2146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8" name="Equation" r:id="rId7" imgW="2128934" imgH="414255" progId="Equation.3">
                  <p:embed/>
                </p:oleObj>
              </mc:Choice>
              <mc:Fallback>
                <p:oleObj name="Equation" r:id="rId7" imgW="2128934" imgH="414255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0500" y="1676400"/>
                        <a:ext cx="21463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7" name="Text Box 21"/>
          <p:cNvSpPr txBox="1">
            <a:spLocks noChangeArrowheads="1"/>
          </p:cNvSpPr>
          <p:nvPr/>
        </p:nvSpPr>
        <p:spPr bwMode="auto">
          <a:xfrm>
            <a:off x="1084263" y="2224088"/>
            <a:ext cx="83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即</a:t>
            </a:r>
          </a:p>
        </p:txBody>
      </p:sp>
      <p:graphicFrame>
        <p:nvGraphicFramePr>
          <p:cNvPr id="24598" name="Object 22"/>
          <p:cNvGraphicFramePr>
            <a:graphicFrameLocks noChangeAspect="1"/>
          </p:cNvGraphicFramePr>
          <p:nvPr/>
        </p:nvGraphicFramePr>
        <p:xfrm>
          <a:off x="2603500" y="2235200"/>
          <a:ext cx="2730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9" name="Equation" r:id="rId9" imgW="2719303" imgH="490578" progId="Equation.3">
                  <p:embed/>
                </p:oleObj>
              </mc:Choice>
              <mc:Fallback>
                <p:oleObj name="Equation" r:id="rId9" imgW="2719303" imgH="490578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3500" y="2235200"/>
                        <a:ext cx="27305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9" name="Text Box 23"/>
          <p:cNvSpPr txBox="1">
            <a:spLocks noChangeArrowheads="1"/>
          </p:cNvSpPr>
          <p:nvPr/>
        </p:nvSpPr>
        <p:spPr bwMode="auto">
          <a:xfrm>
            <a:off x="5562600" y="2224088"/>
            <a:ext cx="1828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>
                <a:latin typeface="Times New Roman" panose="02020603050405020304" pitchFamily="18" charset="0"/>
                <a:ea typeface="仿宋_GB2312" pitchFamily="49" charset="-122"/>
              </a:rPr>
              <a:t>( </a:t>
            </a:r>
            <a:r>
              <a:rPr kumimoji="1" lang="en-US" altLang="zh-CN" sz="2800" i="1">
                <a:latin typeface="Times New Roman" panose="02020603050405020304" pitchFamily="18" charset="0"/>
                <a:ea typeface="仿宋_GB2312" pitchFamily="49" charset="-122"/>
              </a:rPr>
              <a:t>C</a:t>
            </a:r>
            <a:r>
              <a:rPr kumimoji="1" lang="en-US" altLang="zh-CN" sz="2800">
                <a:latin typeface="Times New Roman" panose="02020603050405020304" pitchFamily="18" charset="0"/>
                <a:ea typeface="仿宋_GB2312" pitchFamily="49" charset="-122"/>
              </a:rPr>
              <a:t> &lt; 0</a:t>
            </a:r>
            <a:r>
              <a:rPr kumimoji="1"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r>
              <a:rPr kumimoji="1" lang="en-US" altLang="zh-CN" sz="2800">
                <a:latin typeface="Times New Roman" panose="02020603050405020304" pitchFamily="18" charset="0"/>
                <a:ea typeface="仿宋_GB2312" pitchFamily="49" charset="-122"/>
              </a:rPr>
              <a:t> )</a:t>
            </a:r>
          </a:p>
        </p:txBody>
      </p:sp>
      <p:sp>
        <p:nvSpPr>
          <p:cNvPr id="24601" name="Text Box 25"/>
          <p:cNvSpPr txBox="1">
            <a:spLocks noChangeArrowheads="1"/>
          </p:cNvSpPr>
          <p:nvPr/>
        </p:nvSpPr>
        <p:spPr bwMode="auto">
          <a:xfrm>
            <a:off x="685800" y="2971800"/>
            <a:ext cx="152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解法 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endParaRPr kumimoji="1" lang="en-US" altLang="zh-CN" sz="28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4602" name="Object 26"/>
          <p:cNvGraphicFramePr>
            <a:graphicFrameLocks noChangeAspect="1"/>
          </p:cNvGraphicFramePr>
          <p:nvPr/>
        </p:nvGraphicFramePr>
        <p:xfrm>
          <a:off x="2057400" y="3048000"/>
          <a:ext cx="18415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0" name="Equation" r:id="rId11" imgW="1824228" imgH="433336" progId="Equation.3">
                  <p:embed/>
                </p:oleObj>
              </mc:Choice>
              <mc:Fallback>
                <p:oleObj name="Equation" r:id="rId11" imgW="1824228" imgH="433336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3048000"/>
                        <a:ext cx="18415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04" name="Object 28"/>
          <p:cNvGraphicFramePr>
            <a:graphicFrameLocks noChangeAspect="1"/>
          </p:cNvGraphicFramePr>
          <p:nvPr/>
        </p:nvGraphicFramePr>
        <p:xfrm>
          <a:off x="3975100" y="3054350"/>
          <a:ext cx="1816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1" name="Equation" r:id="rId13" imgW="1805184" imgH="414255" progId="Equation.3">
                  <p:embed/>
                </p:oleObj>
              </mc:Choice>
              <mc:Fallback>
                <p:oleObj name="Equation" r:id="rId13" imgW="1805184" imgH="414255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5100" y="3054350"/>
                        <a:ext cx="18161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05" name="Text Box 29"/>
          <p:cNvSpPr txBox="1">
            <a:spLocks noChangeArrowheads="1"/>
          </p:cNvSpPr>
          <p:nvPr/>
        </p:nvSpPr>
        <p:spPr bwMode="auto">
          <a:xfrm>
            <a:off x="685800" y="3581400"/>
            <a:ext cx="137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故有</a:t>
            </a:r>
          </a:p>
        </p:txBody>
      </p:sp>
      <p:graphicFrame>
        <p:nvGraphicFramePr>
          <p:cNvPr id="24606" name="Object 30"/>
          <p:cNvGraphicFramePr>
            <a:graphicFrameLocks noChangeAspect="1"/>
          </p:cNvGraphicFramePr>
          <p:nvPr/>
        </p:nvGraphicFramePr>
        <p:xfrm>
          <a:off x="2743200" y="3581400"/>
          <a:ext cx="1447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2" name="Equation" r:id="rId15" imgW="1433322" imgH="414255" progId="Equation.3">
                  <p:embed/>
                </p:oleObj>
              </mc:Choice>
              <mc:Fallback>
                <p:oleObj name="Equation" r:id="rId15" imgW="1433322" imgH="414255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3581400"/>
                        <a:ext cx="14478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07" name="Text Box 31"/>
          <p:cNvSpPr txBox="1">
            <a:spLocks noChangeArrowheads="1"/>
          </p:cNvSpPr>
          <p:nvPr/>
        </p:nvSpPr>
        <p:spPr bwMode="auto">
          <a:xfrm>
            <a:off x="668338" y="4191000"/>
            <a:ext cx="137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积分</a:t>
            </a:r>
          </a:p>
        </p:txBody>
      </p:sp>
      <p:graphicFrame>
        <p:nvGraphicFramePr>
          <p:cNvPr id="24608" name="Object 32"/>
          <p:cNvGraphicFramePr>
            <a:graphicFrameLocks noChangeAspect="1"/>
          </p:cNvGraphicFramePr>
          <p:nvPr/>
        </p:nvGraphicFramePr>
        <p:xfrm>
          <a:off x="2578100" y="4114800"/>
          <a:ext cx="22225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3" name="Equation" r:id="rId17" imgW="2205111" imgH="862152" progId="Equation.3">
                  <p:embed/>
                </p:oleObj>
              </mc:Choice>
              <mc:Fallback>
                <p:oleObj name="Equation" r:id="rId17" imgW="2205111" imgH="862152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8100" y="4114800"/>
                        <a:ext cx="2222500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09" name="Object 33"/>
          <p:cNvGraphicFramePr>
            <a:graphicFrameLocks noChangeAspect="1"/>
          </p:cNvGraphicFramePr>
          <p:nvPr/>
        </p:nvGraphicFramePr>
        <p:xfrm>
          <a:off x="2070100" y="5130800"/>
          <a:ext cx="3111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4" name="Equation" r:id="rId19" imgW="3100185" imgH="490578" progId="Equation.3">
                  <p:embed/>
                </p:oleObj>
              </mc:Choice>
              <mc:Fallback>
                <p:oleObj name="Equation" r:id="rId19" imgW="3100185" imgH="490578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0100" y="5130800"/>
                        <a:ext cx="31115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10" name="Text Box 34"/>
          <p:cNvSpPr txBox="1">
            <a:spLocks noChangeArrowheads="1"/>
          </p:cNvSpPr>
          <p:nvPr/>
        </p:nvSpPr>
        <p:spPr bwMode="auto">
          <a:xfrm>
            <a:off x="5410200" y="5715000"/>
            <a:ext cx="2971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(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为任意常数 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</p:txBody>
      </p:sp>
      <p:sp>
        <p:nvSpPr>
          <p:cNvPr id="24611" name="Text Box 35"/>
          <p:cNvSpPr txBox="1">
            <a:spLocks noChangeArrowheads="1"/>
          </p:cNvSpPr>
          <p:nvPr/>
        </p:nvSpPr>
        <p:spPr bwMode="auto">
          <a:xfrm>
            <a:off x="609600" y="5761038"/>
            <a:ext cx="2057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所求通解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graphicFrame>
        <p:nvGraphicFramePr>
          <p:cNvPr id="24612" name="Object 36"/>
          <p:cNvGraphicFramePr>
            <a:graphicFrameLocks noChangeAspect="1"/>
          </p:cNvGraphicFramePr>
          <p:nvPr/>
        </p:nvGraphicFramePr>
        <p:xfrm>
          <a:off x="2374900" y="5715000"/>
          <a:ext cx="29591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5" name="Equation" r:id="rId21" imgW="2947832" imgH="490578" progId="Equation.3">
                  <p:embed/>
                </p:oleObj>
              </mc:Choice>
              <mc:Fallback>
                <p:oleObj name="Equation" r:id="rId21" imgW="2947832" imgH="490578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4900" y="5715000"/>
                        <a:ext cx="29591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14" name="Rectangle 38"/>
          <p:cNvSpPr>
            <a:spLocks noChangeArrowheads="1"/>
          </p:cNvSpPr>
          <p:nvPr/>
        </p:nvSpPr>
        <p:spPr bwMode="auto">
          <a:xfrm>
            <a:off x="5486400" y="3886200"/>
            <a:ext cx="3048000" cy="1219200"/>
          </a:xfrm>
          <a:prstGeom prst="rect">
            <a:avLst/>
          </a:prstGeom>
          <a:solidFill>
            <a:srgbClr val="0033CC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/>
            <a:endParaRPr kumimoji="1" lang="zh-CN" altLang="en-US" sz="28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4613" name="Object 37"/>
          <p:cNvGraphicFramePr>
            <a:graphicFrameLocks noChangeAspect="1"/>
          </p:cNvGraphicFramePr>
          <p:nvPr/>
        </p:nvGraphicFramePr>
        <p:xfrm>
          <a:off x="5676900" y="4003675"/>
          <a:ext cx="25527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6" name="Equation" r:id="rId23" imgW="2538383" imgH="947514" progId="Equation.3">
                  <p:embed/>
                </p:oleObj>
              </mc:Choice>
              <mc:Fallback>
                <p:oleObj name="Equation" r:id="rId23" imgW="2538383" imgH="947514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6900" y="4003675"/>
                        <a:ext cx="2552700" cy="965200"/>
                      </a:xfrm>
                      <a:prstGeom prst="rect">
                        <a:avLst/>
                      </a:prstGeom>
                      <a:solidFill>
                        <a:srgbClr val="0033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4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4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4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4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4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4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4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4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4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4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4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4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4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4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4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94" grpId="0" autoUpdateAnimBg="0"/>
      <p:bldP spid="24597" grpId="0" autoUpdateAnimBg="0"/>
      <p:bldP spid="24599" grpId="0" autoUpdateAnimBg="0"/>
      <p:bldP spid="24601" grpId="0" autoUpdateAnimBg="0"/>
      <p:bldP spid="24605" grpId="0" autoUpdateAnimBg="0"/>
      <p:bldP spid="24607" grpId="0" autoUpdateAnimBg="0"/>
      <p:bldP spid="24610" grpId="0" autoUpdateAnimBg="0"/>
      <p:bldP spid="24611" grpId="0" autoUpdateAnimBg="0"/>
      <p:bldP spid="246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3"/>
          <p:cNvSpPr>
            <a:spLocks noChangeArrowheads="1"/>
          </p:cNvSpPr>
          <p:nvPr/>
        </p:nvSpPr>
        <p:spPr bwMode="auto">
          <a:xfrm>
            <a:off x="814090" y="549275"/>
            <a:ext cx="2317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/>
            <a:r>
              <a:rPr kumimoji="1" lang="zh-CN" altLang="en-US" sz="2800" dirty="0">
                <a:latin typeface="楷体_GB2312" pitchFamily="49" charset="-122"/>
                <a:ea typeface="楷体_GB2312" pitchFamily="49" charset="-122"/>
              </a:rPr>
              <a:t>求解微分方程</a:t>
            </a:r>
          </a:p>
        </p:txBody>
      </p:sp>
      <p:graphicFrame>
        <p:nvGraphicFramePr>
          <p:cNvPr id="1433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6288690"/>
              </p:ext>
            </p:extLst>
          </p:nvPr>
        </p:nvGraphicFramePr>
        <p:xfrm>
          <a:off x="3131468" y="333375"/>
          <a:ext cx="3960812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1" name="Equation" r:id="rId3" imgW="1662353" imgH="376093" progId="Equation.DSMT4">
                  <p:embed/>
                </p:oleObj>
              </mc:Choice>
              <mc:Fallback>
                <p:oleObj name="Equation" r:id="rId3" imgW="1662353" imgH="376093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1468" y="333375"/>
                        <a:ext cx="3960812" cy="93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0" name="Text Box 5"/>
          <p:cNvSpPr txBox="1">
            <a:spLocks noChangeArrowheads="1"/>
          </p:cNvSpPr>
          <p:nvPr/>
        </p:nvSpPr>
        <p:spPr bwMode="auto">
          <a:xfrm>
            <a:off x="684213" y="1484313"/>
            <a:ext cx="25908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32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解</a:t>
            </a:r>
            <a:r>
              <a:rPr kumimoji="1" lang="en-US" altLang="zh-CN" sz="32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:</a:t>
            </a:r>
          </a:p>
        </p:txBody>
      </p:sp>
      <p:graphicFrame>
        <p:nvGraphicFramePr>
          <p:cNvPr id="70662" name="Object 6"/>
          <p:cNvGraphicFramePr>
            <a:graphicFrameLocks noChangeAspect="1"/>
          </p:cNvGraphicFramePr>
          <p:nvPr/>
        </p:nvGraphicFramePr>
        <p:xfrm>
          <a:off x="1619250" y="1484313"/>
          <a:ext cx="4257675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2" name="Equation" r:id="rId5" imgW="1862316" imgH="376093" progId="Equation.DSMT4">
                  <p:embed/>
                </p:oleObj>
              </mc:Choice>
              <mc:Fallback>
                <p:oleObj name="Equation" r:id="rId5" imgW="1862316" imgH="376093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1484313"/>
                        <a:ext cx="4257675" cy="892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3" name="Object 7"/>
          <p:cNvGraphicFramePr>
            <a:graphicFrameLocks noChangeAspect="1"/>
          </p:cNvGraphicFramePr>
          <p:nvPr/>
        </p:nvGraphicFramePr>
        <p:xfrm>
          <a:off x="1619250" y="2708275"/>
          <a:ext cx="3313113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3" name="Equation" r:id="rId7" imgW="1366668" imgH="376093" progId="Equation.DSMT4">
                  <p:embed/>
                </p:oleObj>
              </mc:Choice>
              <mc:Fallback>
                <p:oleObj name="Equation" r:id="rId7" imgW="1366668" imgH="376093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2708275"/>
                        <a:ext cx="3313113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4" name="Object 8"/>
          <p:cNvGraphicFramePr>
            <a:graphicFrameLocks noChangeAspect="1"/>
          </p:cNvGraphicFramePr>
          <p:nvPr/>
        </p:nvGraphicFramePr>
        <p:xfrm>
          <a:off x="1619250" y="3860800"/>
          <a:ext cx="3024188" cy="1230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4" name="Equation" r:id="rId9" imgW="1423800" imgH="566902" progId="Equation.DSMT4">
                  <p:embed/>
                </p:oleObj>
              </mc:Choice>
              <mc:Fallback>
                <p:oleObj name="Equation" r:id="rId9" imgW="1423800" imgH="566902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3860800"/>
                        <a:ext cx="3024188" cy="1230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5" name="Object 9"/>
          <p:cNvGraphicFramePr>
            <a:graphicFrameLocks noChangeAspect="1"/>
          </p:cNvGraphicFramePr>
          <p:nvPr/>
        </p:nvGraphicFramePr>
        <p:xfrm>
          <a:off x="1422400" y="5235575"/>
          <a:ext cx="2266950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5" name="公式" r:id="rId11" imgW="2186067" imgH="890774" progId="Equation.3">
                  <p:embed/>
                </p:oleObj>
              </mc:Choice>
              <mc:Fallback>
                <p:oleObj name="公式" r:id="rId11" imgW="2186067" imgH="890774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2400" y="5235575"/>
                        <a:ext cx="2266950" cy="93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6" name="Object 10"/>
          <p:cNvGraphicFramePr>
            <a:graphicFrameLocks noChangeAspect="1"/>
          </p:cNvGraphicFramePr>
          <p:nvPr/>
        </p:nvGraphicFramePr>
        <p:xfrm>
          <a:off x="3759200" y="5241925"/>
          <a:ext cx="21082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6" name="公式" r:id="rId13" imgW="2090846" imgH="871693" progId="Equation.3">
                  <p:embed/>
                </p:oleObj>
              </mc:Choice>
              <mc:Fallback>
                <p:oleObj name="公式" r:id="rId13" imgW="2090846" imgH="871693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9200" y="5241925"/>
                        <a:ext cx="21082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67" name="Text Box 11"/>
          <p:cNvSpPr txBox="1">
            <a:spLocks noChangeArrowheads="1"/>
          </p:cNvSpPr>
          <p:nvPr/>
        </p:nvSpPr>
        <p:spPr bwMode="auto">
          <a:xfrm>
            <a:off x="5791200" y="5432425"/>
            <a:ext cx="251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楷体_GB2312" pitchFamily="49" charset="-122"/>
                <a:ea typeface="楷体_GB2312" pitchFamily="49" charset="-122"/>
              </a:rPr>
              <a:t>为所求解</a:t>
            </a:r>
            <a:r>
              <a:rPr kumimoji="1" lang="en-US" altLang="zh-CN" sz="2800"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2" name="矩形 1"/>
          <p:cNvSpPr/>
          <p:nvPr/>
        </p:nvSpPr>
        <p:spPr>
          <a:xfrm>
            <a:off x="166614" y="549275"/>
            <a:ext cx="7344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 smtClean="0">
                <a:solidFill>
                  <a:srgbClr val="FFC000"/>
                </a:solidFill>
                <a:ea typeface="楷体_GB2312" pitchFamily="49" charset="-122"/>
              </a:rPr>
              <a:t>例</a:t>
            </a:r>
            <a:r>
              <a:rPr lang="en-US" altLang="zh-CN" sz="2800" b="1" dirty="0" smtClean="0">
                <a:solidFill>
                  <a:srgbClr val="FFC000"/>
                </a:solidFill>
                <a:ea typeface="楷体_GB2312" pitchFamily="49" charset="-122"/>
              </a:rPr>
              <a:t>3</a:t>
            </a:r>
            <a:endParaRPr lang="zh-CN" altLang="en-US" sz="2800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0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0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0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0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0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0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67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503238" y="282575"/>
            <a:ext cx="1066800" cy="5334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2800" b="1" dirty="0" smtClean="0">
                <a:solidFill>
                  <a:srgbClr val="FFC000"/>
                </a:solidFill>
                <a:ea typeface="楷体_GB2312" pitchFamily="49" charset="-122"/>
              </a:rPr>
              <a:t>例</a:t>
            </a:r>
            <a:r>
              <a:rPr lang="en-US" altLang="zh-CN" sz="2800" b="1" dirty="0" smtClean="0">
                <a:solidFill>
                  <a:srgbClr val="FFC000"/>
                </a:solidFill>
                <a:ea typeface="楷体_GB2312" pitchFamily="49" charset="-122"/>
              </a:rPr>
              <a:t>4</a:t>
            </a:r>
            <a:r>
              <a:rPr lang="en-US" altLang="zh-CN" sz="2800" b="1" dirty="0" smtClean="0">
                <a:ea typeface="楷体_GB2312" pitchFamily="49" charset="-122"/>
              </a:rPr>
              <a:t>. </a:t>
            </a:r>
            <a:endParaRPr lang="en-US" altLang="zh-CN" sz="2800" b="1" dirty="0">
              <a:ea typeface="楷体_GB2312" pitchFamily="49" charset="-122"/>
            </a:endParaRPr>
          </a:p>
        </p:txBody>
      </p:sp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304800" y="846138"/>
            <a:ext cx="3429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子的含量</a:t>
            </a:r>
            <a:r>
              <a:rPr kumimoji="1" lang="zh-CN" altLang="en-US" sz="2800" i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成正比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,</a:t>
            </a:r>
          </a:p>
        </p:txBody>
      </p:sp>
      <p:graphicFrame>
        <p:nvGraphicFramePr>
          <p:cNvPr id="16388" name="Object 4"/>
          <p:cNvGraphicFramePr>
            <a:graphicFrameLocks noChangeAspect="1"/>
          </p:cNvGraphicFramePr>
          <p:nvPr/>
        </p:nvGraphicFramePr>
        <p:xfrm>
          <a:off x="7321550" y="927100"/>
          <a:ext cx="6477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15" name="Equation" r:id="rId3" imgW="633468" imgH="433336" progId="Equation.3">
                  <p:embed/>
                </p:oleObj>
              </mc:Choice>
              <mc:Fallback>
                <p:oleObj name="Equation" r:id="rId3" imgW="633468" imgH="433336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1550" y="927100"/>
                        <a:ext cx="6477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9" name="Text Box 5"/>
          <p:cNvSpPr txBox="1">
            <a:spLocks noChangeArrowheads="1"/>
          </p:cNvSpPr>
          <p:nvPr/>
        </p:nvSpPr>
        <p:spPr bwMode="auto">
          <a:xfrm>
            <a:off x="7924800" y="838200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求在</a:t>
            </a:r>
          </a:p>
        </p:txBody>
      </p:sp>
      <p:sp>
        <p:nvSpPr>
          <p:cNvPr id="16390" name="Text Box 6"/>
          <p:cNvSpPr txBox="1">
            <a:spLocks noChangeArrowheads="1"/>
          </p:cNvSpPr>
          <p:nvPr/>
        </p:nvSpPr>
        <p:spPr bwMode="auto">
          <a:xfrm>
            <a:off x="304800" y="1406525"/>
            <a:ext cx="716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衰变过程中铀含量 </a:t>
            </a:r>
            <a:r>
              <a:rPr kumimoji="1"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1"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kumimoji="1"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随时间 </a:t>
            </a:r>
            <a:r>
              <a:rPr kumimoji="1"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的变化规律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.  </a:t>
            </a:r>
          </a:p>
        </p:txBody>
      </p:sp>
      <p:sp>
        <p:nvSpPr>
          <p:cNvPr id="16391" name="Text Box 7"/>
          <p:cNvSpPr txBox="1">
            <a:spLocks noChangeArrowheads="1"/>
          </p:cNvSpPr>
          <p:nvPr/>
        </p:nvSpPr>
        <p:spPr bwMode="auto">
          <a:xfrm>
            <a:off x="685800" y="2405063"/>
            <a:ext cx="2895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解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: 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根据题意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有</a:t>
            </a:r>
          </a:p>
        </p:txBody>
      </p:sp>
      <p:graphicFrame>
        <p:nvGraphicFramePr>
          <p:cNvPr id="16393" name="Object 9"/>
          <p:cNvGraphicFramePr>
            <a:graphicFrameLocks noChangeAspect="1"/>
          </p:cNvGraphicFramePr>
          <p:nvPr/>
        </p:nvGraphicFramePr>
        <p:xfrm>
          <a:off x="3733800" y="1935163"/>
          <a:ext cx="30861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16" name="Equation" r:id="rId5" imgW="3071619" imgH="909854" progId="Equation.3">
                  <p:embed/>
                </p:oleObj>
              </mc:Choice>
              <mc:Fallback>
                <p:oleObj name="Equation" r:id="rId5" imgW="3071619" imgH="909854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1935163"/>
                        <a:ext cx="30861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4" name="Object 10"/>
          <p:cNvGraphicFramePr>
            <a:graphicFrameLocks noChangeAspect="1"/>
          </p:cNvGraphicFramePr>
          <p:nvPr/>
        </p:nvGraphicFramePr>
        <p:xfrm>
          <a:off x="3733800" y="2849563"/>
          <a:ext cx="17653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17" name="Equation" r:id="rId7" imgW="1748051" imgH="452417" progId="Equation.3">
                  <p:embed/>
                </p:oleObj>
              </mc:Choice>
              <mc:Fallback>
                <p:oleObj name="Equation" r:id="rId7" imgW="1748051" imgH="452417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2849563"/>
                        <a:ext cx="17653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5" name="Text Box 11"/>
          <p:cNvSpPr txBox="1">
            <a:spLocks noChangeArrowheads="1"/>
          </p:cNvSpPr>
          <p:nvPr/>
        </p:nvSpPr>
        <p:spPr bwMode="auto">
          <a:xfrm>
            <a:off x="5791200" y="2757488"/>
            <a:ext cx="2133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初始条件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</p:txBody>
      </p:sp>
      <p:sp>
        <p:nvSpPr>
          <p:cNvPr id="16396" name="Text Box 12"/>
          <p:cNvSpPr txBox="1">
            <a:spLocks noChangeArrowheads="1"/>
          </p:cNvSpPr>
          <p:nvPr/>
        </p:nvSpPr>
        <p:spPr bwMode="auto">
          <a:xfrm>
            <a:off x="609600" y="3570288"/>
            <a:ext cx="2895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对方程分离变量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, </a:t>
            </a:r>
          </a:p>
        </p:txBody>
      </p:sp>
      <p:graphicFrame>
        <p:nvGraphicFramePr>
          <p:cNvPr id="16397" name="Object 13"/>
          <p:cNvGraphicFramePr>
            <a:graphicFrameLocks noChangeAspect="1"/>
          </p:cNvGraphicFramePr>
          <p:nvPr/>
        </p:nvGraphicFramePr>
        <p:xfrm>
          <a:off x="5319713" y="3352800"/>
          <a:ext cx="6096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18" name="Equation" r:id="rId9" imgW="595380" imgH="833531" progId="Equation.3">
                  <p:embed/>
                </p:oleObj>
              </mc:Choice>
              <mc:Fallback>
                <p:oleObj name="Equation" r:id="rId9" imgW="595380" imgH="833531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9713" y="3352800"/>
                        <a:ext cx="6096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0" name="Object 16"/>
          <p:cNvGraphicFramePr>
            <a:graphicFrameLocks noChangeAspect="1"/>
          </p:cNvGraphicFramePr>
          <p:nvPr/>
        </p:nvGraphicFramePr>
        <p:xfrm>
          <a:off x="749300" y="4419600"/>
          <a:ext cx="32512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19" name="Equation" r:id="rId11" imgW="3233494" imgH="433336" progId="Equation.3">
                  <p:embed/>
                </p:oleObj>
              </mc:Choice>
              <mc:Fallback>
                <p:oleObj name="Equation" r:id="rId11" imgW="3233494" imgH="433336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300" y="4419600"/>
                        <a:ext cx="32512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1" name="Text Box 17"/>
          <p:cNvSpPr txBox="1">
            <a:spLocks noChangeArrowheads="1"/>
          </p:cNvSpPr>
          <p:nvPr/>
        </p:nvSpPr>
        <p:spPr bwMode="auto">
          <a:xfrm>
            <a:off x="4038600" y="4343400"/>
            <a:ext cx="76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即</a:t>
            </a:r>
          </a:p>
        </p:txBody>
      </p:sp>
      <p:graphicFrame>
        <p:nvGraphicFramePr>
          <p:cNvPr id="16402" name="Object 18"/>
          <p:cNvGraphicFramePr>
            <a:graphicFrameLocks noChangeAspect="1"/>
          </p:cNvGraphicFramePr>
          <p:nvPr/>
        </p:nvGraphicFramePr>
        <p:xfrm>
          <a:off x="4565650" y="4337050"/>
          <a:ext cx="17018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20" name="Equation" r:id="rId13" imgW="1690919" imgH="509659" progId="Equation.3">
                  <p:embed/>
                </p:oleObj>
              </mc:Choice>
              <mc:Fallback>
                <p:oleObj name="Equation" r:id="rId13" imgW="1690919" imgH="509659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5650" y="4337050"/>
                        <a:ext cx="17018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3" name="Text Box 19"/>
          <p:cNvSpPr txBox="1">
            <a:spLocks noChangeArrowheads="1"/>
          </p:cNvSpPr>
          <p:nvPr/>
        </p:nvSpPr>
        <p:spPr bwMode="auto">
          <a:xfrm>
            <a:off x="673100" y="4953000"/>
            <a:ext cx="3124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利用初始条件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得</a:t>
            </a:r>
          </a:p>
        </p:txBody>
      </p:sp>
      <p:graphicFrame>
        <p:nvGraphicFramePr>
          <p:cNvPr id="16404" name="Object 20"/>
          <p:cNvGraphicFramePr>
            <a:graphicFrameLocks noChangeAspect="1"/>
          </p:cNvGraphicFramePr>
          <p:nvPr/>
        </p:nvGraphicFramePr>
        <p:xfrm>
          <a:off x="3568700" y="5038725"/>
          <a:ext cx="11557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21" name="Equation" r:id="rId15" imgW="1138138" imgH="433336" progId="Equation.3">
                  <p:embed/>
                </p:oleObj>
              </mc:Choice>
              <mc:Fallback>
                <p:oleObj name="Equation" r:id="rId15" imgW="1138138" imgH="433336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8700" y="5038725"/>
                        <a:ext cx="11557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5" name="Text Box 21"/>
          <p:cNvSpPr txBox="1">
            <a:spLocks noChangeArrowheads="1"/>
          </p:cNvSpPr>
          <p:nvPr/>
        </p:nvSpPr>
        <p:spPr bwMode="auto">
          <a:xfrm>
            <a:off x="685800" y="5562600"/>
            <a:ext cx="46783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故所求铀的衰变变化规律为</a:t>
            </a:r>
          </a:p>
        </p:txBody>
      </p:sp>
      <p:graphicFrame>
        <p:nvGraphicFramePr>
          <p:cNvPr id="16406" name="Object 22"/>
          <p:cNvGraphicFramePr>
            <a:graphicFrameLocks noChangeAspect="1"/>
          </p:cNvGraphicFramePr>
          <p:nvPr/>
        </p:nvGraphicFramePr>
        <p:xfrm>
          <a:off x="5219700" y="5589588"/>
          <a:ext cx="21463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22" name="Equation" r:id="rId17" imgW="2128934" imgH="519199" progId="Equation.3">
                  <p:embed/>
                </p:oleObj>
              </mc:Choice>
              <mc:Fallback>
                <p:oleObj name="Equation" r:id="rId17" imgW="2128934" imgH="519199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5589588"/>
                        <a:ext cx="21463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15" name="Object 31"/>
          <p:cNvGraphicFramePr>
            <a:graphicFrameLocks noChangeAspect="1"/>
          </p:cNvGraphicFramePr>
          <p:nvPr/>
        </p:nvGraphicFramePr>
        <p:xfrm>
          <a:off x="5105400" y="3505200"/>
          <a:ext cx="4064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23" name="Equation" r:id="rId19" imgW="395416" imgH="566902" progId="Equation.3">
                  <p:embed/>
                </p:oleObj>
              </mc:Choice>
              <mc:Fallback>
                <p:oleObj name="Equation" r:id="rId19" imgW="395416" imgH="566902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3505200"/>
                        <a:ext cx="4064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18" name="Text Box 34"/>
          <p:cNvSpPr txBox="1">
            <a:spLocks noChangeArrowheads="1"/>
          </p:cNvSpPr>
          <p:nvPr/>
        </p:nvSpPr>
        <p:spPr bwMode="auto">
          <a:xfrm>
            <a:off x="3306763" y="3570288"/>
            <a:ext cx="1905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然后积分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graphicFrame>
        <p:nvGraphicFramePr>
          <p:cNvPr id="16419" name="Object 35"/>
          <p:cNvGraphicFramePr>
            <a:graphicFrameLocks noChangeAspect="1"/>
          </p:cNvGraphicFramePr>
          <p:nvPr/>
        </p:nvGraphicFramePr>
        <p:xfrm>
          <a:off x="5973763" y="3611563"/>
          <a:ext cx="1663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24" name="Equation" r:id="rId21" imgW="1652831" imgH="395174" progId="Equation.3">
                  <p:embed/>
                </p:oleObj>
              </mc:Choice>
              <mc:Fallback>
                <p:oleObj name="Equation" r:id="rId21" imgW="1652831" imgH="395174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73763" y="3611563"/>
                        <a:ext cx="16637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20" name="Object 36"/>
          <p:cNvGraphicFramePr>
            <a:graphicFrameLocks noChangeAspect="1"/>
          </p:cNvGraphicFramePr>
          <p:nvPr/>
        </p:nvGraphicFramePr>
        <p:xfrm>
          <a:off x="6299200" y="3505200"/>
          <a:ext cx="4064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25" name="Equation" r:id="rId23" imgW="395416" imgH="566902" progId="Equation.3">
                  <p:embed/>
                </p:oleObj>
              </mc:Choice>
              <mc:Fallback>
                <p:oleObj name="Equation" r:id="rId23" imgW="395416" imgH="566902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9200" y="3505200"/>
                        <a:ext cx="4064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21" name="Text Box 37"/>
          <p:cNvSpPr txBox="1">
            <a:spLocks noChangeArrowheads="1"/>
          </p:cNvSpPr>
          <p:nvPr/>
        </p:nvSpPr>
        <p:spPr bwMode="auto">
          <a:xfrm>
            <a:off x="3505200" y="858838"/>
            <a:ext cx="3962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已知</a:t>
            </a:r>
            <a:r>
              <a:rPr kumimoji="1" lang="zh-CN" altLang="en-US" sz="2800" i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 = 0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时铀的含量为</a:t>
            </a:r>
          </a:p>
        </p:txBody>
      </p:sp>
      <p:sp>
        <p:nvSpPr>
          <p:cNvPr id="12313" name="Rectangle 42"/>
          <p:cNvSpPr>
            <a:spLocks noChangeArrowheads="1"/>
          </p:cNvSpPr>
          <p:nvPr/>
        </p:nvSpPr>
        <p:spPr bwMode="auto">
          <a:xfrm>
            <a:off x="1219200" y="223838"/>
            <a:ext cx="76962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/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已知放射性元素铀的衰变速度与当时未衰变原</a:t>
            </a:r>
          </a:p>
        </p:txBody>
      </p:sp>
      <p:sp>
        <p:nvSpPr>
          <p:cNvPr id="16428" name="AutoShape 44"/>
          <p:cNvSpPr>
            <a:spLocks/>
          </p:cNvSpPr>
          <p:nvPr/>
        </p:nvSpPr>
        <p:spPr bwMode="auto">
          <a:xfrm>
            <a:off x="3429000" y="2133600"/>
            <a:ext cx="193675" cy="1066800"/>
          </a:xfrm>
          <a:prstGeom prst="leftBrace">
            <a:avLst>
              <a:gd name="adj1" fmla="val 4590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/>
            <a:endParaRPr kumimoji="1" lang="zh-CN" altLang="en-US" sz="28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6436" name="AutoShape 52"/>
          <p:cNvSpPr>
            <a:spLocks noChangeArrowheads="1"/>
          </p:cNvSpPr>
          <p:nvPr/>
        </p:nvSpPr>
        <p:spPr bwMode="auto">
          <a:xfrm>
            <a:off x="7164388" y="1989138"/>
            <a:ext cx="1800225" cy="647700"/>
          </a:xfrm>
          <a:prstGeom prst="wedgeRoundRectCallout">
            <a:avLst>
              <a:gd name="adj1" fmla="val -85537"/>
              <a:gd name="adj2" fmla="val 37255"/>
              <a:gd name="adj3" fmla="val 16667"/>
            </a:avLst>
          </a:prstGeom>
          <a:noFill/>
          <a:ln w="1587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algn="ctr" eaLnBrk="1" hangingPunct="1"/>
            <a:r>
              <a:rPr kumimoji="1" lang="zh-CN" altLang="en-US" sz="2800" b="1">
                <a:solidFill>
                  <a:srgbClr val="66FF66"/>
                </a:solidFill>
                <a:latin typeface="Times New Roman" panose="02020603050405020304" pitchFamily="18" charset="0"/>
                <a:ea typeface="楷体_GB2312" pitchFamily="49" charset="-122"/>
              </a:rPr>
              <a:t>衰变系数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6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6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6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6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6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6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6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16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6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6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6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6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6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6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6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16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autoUpdateAnimBg="0"/>
      <p:bldP spid="16389" grpId="0" autoUpdateAnimBg="0"/>
      <p:bldP spid="16390" grpId="0" autoUpdateAnimBg="0"/>
      <p:bldP spid="16391" grpId="0" autoUpdateAnimBg="0"/>
      <p:bldP spid="16395" grpId="0" autoUpdateAnimBg="0"/>
      <p:bldP spid="16396" grpId="0" autoUpdateAnimBg="0"/>
      <p:bldP spid="16401" grpId="0" autoUpdateAnimBg="0"/>
      <p:bldP spid="16403" grpId="0" autoUpdateAnimBg="0"/>
      <p:bldP spid="16405" grpId="0" autoUpdateAnimBg="0"/>
      <p:bldP spid="16418" grpId="0" autoUpdateAnimBg="0"/>
      <p:bldP spid="16421" grpId="0" autoUpdateAnimBg="0"/>
      <p:bldP spid="16428" grpId="0" animBg="1"/>
      <p:bldP spid="1643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2438400" cy="685800"/>
          </a:xfrm>
          <a:ln>
            <a:solidFill>
              <a:schemeClr val="accent2"/>
            </a:solidFill>
            <a:miter lim="800000"/>
            <a:headEnd/>
            <a:tailEnd/>
          </a:ln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3200" b="1">
                <a:ea typeface="楷体_GB2312" pitchFamily="49" charset="-122"/>
              </a:rPr>
              <a:t>思考与练习</a:t>
            </a:r>
            <a:endParaRPr lang="zh-CN" altLang="en-US" sz="3200">
              <a:ea typeface="楷体_GB2312" pitchFamily="49" charset="-122"/>
            </a:endParaRPr>
          </a:p>
        </p:txBody>
      </p:sp>
      <p:sp>
        <p:nvSpPr>
          <p:cNvPr id="33798" name="Text Box 6"/>
          <p:cNvSpPr txBox="1">
            <a:spLocks noChangeArrowheads="1"/>
          </p:cNvSpPr>
          <p:nvPr/>
        </p:nvSpPr>
        <p:spPr bwMode="auto">
          <a:xfrm>
            <a:off x="457200" y="1219200"/>
            <a:ext cx="480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  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求下列方程的通解 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graphicFrame>
        <p:nvGraphicFramePr>
          <p:cNvPr id="33800" name="Object 8"/>
          <p:cNvGraphicFramePr>
            <a:graphicFrameLocks noChangeAspect="1"/>
          </p:cNvGraphicFramePr>
          <p:nvPr/>
        </p:nvGraphicFramePr>
        <p:xfrm>
          <a:off x="1143000" y="1822450"/>
          <a:ext cx="496252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0" name="Equation" r:id="rId3" imgW="4948469" imgH="509659" progId="Equation.3">
                  <p:embed/>
                </p:oleObj>
              </mc:Choice>
              <mc:Fallback>
                <p:oleObj name="Equation" r:id="rId3" imgW="4948469" imgH="509659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822450"/>
                        <a:ext cx="4962525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1" name="Text Box 9"/>
          <p:cNvSpPr txBox="1">
            <a:spLocks noChangeArrowheads="1"/>
          </p:cNvSpPr>
          <p:nvPr/>
        </p:nvSpPr>
        <p:spPr bwMode="auto">
          <a:xfrm>
            <a:off x="609600" y="3138488"/>
            <a:ext cx="152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提示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endParaRPr kumimoji="1" lang="en-US" altLang="zh-CN" sz="28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33802" name="Object 10"/>
          <p:cNvGraphicFramePr>
            <a:graphicFrameLocks noChangeAspect="1"/>
          </p:cNvGraphicFramePr>
          <p:nvPr/>
        </p:nvGraphicFramePr>
        <p:xfrm>
          <a:off x="3924300" y="2971800"/>
          <a:ext cx="28575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1" name="Equation" r:id="rId5" imgW="2843089" imgH="937974" progId="Equation.3">
                  <p:embed/>
                </p:oleObj>
              </mc:Choice>
              <mc:Fallback>
                <p:oleObj name="Equation" r:id="rId5" imgW="2843089" imgH="937974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2971800"/>
                        <a:ext cx="28575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22" name="Object 30"/>
          <p:cNvGraphicFramePr>
            <a:graphicFrameLocks noChangeAspect="1"/>
          </p:cNvGraphicFramePr>
          <p:nvPr/>
        </p:nvGraphicFramePr>
        <p:xfrm>
          <a:off x="1143000" y="2514600"/>
          <a:ext cx="431482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2" name="Equation" r:id="rId7" imgW="4300467" imgH="404714" progId="Equation.3">
                  <p:embed/>
                </p:oleObj>
              </mc:Choice>
              <mc:Fallback>
                <p:oleObj name="Equation" r:id="rId7" imgW="4300467" imgH="404714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514600"/>
                        <a:ext cx="4314825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23" name="Text Box 31"/>
          <p:cNvSpPr txBox="1">
            <a:spLocks noChangeArrowheads="1"/>
          </p:cNvSpPr>
          <p:nvPr/>
        </p:nvSpPr>
        <p:spPr bwMode="auto">
          <a:xfrm>
            <a:off x="1600200" y="3124200"/>
            <a:ext cx="2590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(1) 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分离变量</a:t>
            </a:r>
          </a:p>
        </p:txBody>
      </p:sp>
      <p:sp>
        <p:nvSpPr>
          <p:cNvPr id="33824" name="Text Box 32"/>
          <p:cNvSpPr txBox="1">
            <a:spLocks noChangeArrowheads="1"/>
          </p:cNvSpPr>
          <p:nvPr/>
        </p:nvSpPr>
        <p:spPr bwMode="auto">
          <a:xfrm>
            <a:off x="1600200" y="3962400"/>
            <a:ext cx="3276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(2)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方程变形为</a:t>
            </a:r>
          </a:p>
        </p:txBody>
      </p:sp>
      <p:graphicFrame>
        <p:nvGraphicFramePr>
          <p:cNvPr id="33825" name="Object 33"/>
          <p:cNvGraphicFramePr>
            <a:graphicFrameLocks noChangeAspect="1"/>
          </p:cNvGraphicFramePr>
          <p:nvPr/>
        </p:nvGraphicFramePr>
        <p:xfrm>
          <a:off x="4038600" y="4038600"/>
          <a:ext cx="26289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3" name="Equation" r:id="rId9" imgW="2614560" imgH="404714" progId="Equation.3">
                  <p:embed/>
                </p:oleObj>
              </mc:Choice>
              <mc:Fallback>
                <p:oleObj name="Equation" r:id="rId9" imgW="2614560" imgH="404714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4038600"/>
                        <a:ext cx="26289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29" name="AutoShape 37"/>
          <p:cNvSpPr>
            <a:spLocks noChangeArrowheads="1"/>
          </p:cNvSpPr>
          <p:nvPr/>
        </p:nvSpPr>
        <p:spPr bwMode="auto">
          <a:xfrm>
            <a:off x="3403600" y="4787900"/>
            <a:ext cx="990600" cy="152400"/>
          </a:xfrm>
          <a:prstGeom prst="rightArrow">
            <a:avLst>
              <a:gd name="adj1" fmla="val 50000"/>
              <a:gd name="adj2" fmla="val 162500"/>
            </a:avLst>
          </a:prstGeom>
          <a:solidFill>
            <a:srgbClr val="FFC000"/>
          </a:solidFill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/>
            <a:endParaRPr kumimoji="1" lang="zh-CN" altLang="en-US" sz="28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33831" name="Object 39"/>
          <p:cNvGraphicFramePr>
            <a:graphicFrameLocks noChangeAspect="1"/>
          </p:cNvGraphicFramePr>
          <p:nvPr/>
        </p:nvGraphicFramePr>
        <p:xfrm>
          <a:off x="4546600" y="4406900"/>
          <a:ext cx="34544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4" name="Equation" r:id="rId11" imgW="3443481" imgH="833531" progId="Equation.3">
                  <p:embed/>
                </p:oleObj>
              </mc:Choice>
              <mc:Fallback>
                <p:oleObj name="Equation" r:id="rId11" imgW="3443481" imgH="833531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6600" y="4406900"/>
                        <a:ext cx="34544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3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3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3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3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3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8" grpId="0" autoUpdateAnimBg="0"/>
      <p:bldP spid="33801" grpId="0" autoUpdateAnimBg="0"/>
      <p:bldP spid="33823" grpId="0" autoUpdateAnimBg="0"/>
      <p:bldP spid="33824" grpId="0" autoUpdateAnimBg="0"/>
      <p:bldP spid="3382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83704" y="211137"/>
            <a:ext cx="5150296" cy="72707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CN" sz="3200" b="1" dirty="0">
                <a:solidFill>
                  <a:srgbClr val="FFC000"/>
                </a:solidFill>
                <a:ea typeface="楷体_GB2312" pitchFamily="49" charset="-122"/>
              </a:rPr>
              <a:t>7.2.2 </a:t>
            </a:r>
            <a:r>
              <a:rPr lang="zh-CN" altLang="en-US" sz="3200" b="1" dirty="0">
                <a:solidFill>
                  <a:srgbClr val="FFC000"/>
                </a:solidFill>
                <a:ea typeface="楷体_GB2312" pitchFamily="49" charset="-122"/>
              </a:rPr>
              <a:t>一阶线性微分方程</a:t>
            </a:r>
          </a:p>
        </p:txBody>
      </p:sp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609600" y="1081088"/>
            <a:ext cx="4724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/>
              <a:t>一阶</a:t>
            </a:r>
            <a:r>
              <a:rPr lang="zh-CN" altLang="en-US" sz="2800">
                <a:solidFill>
                  <a:schemeClr val="tx2"/>
                </a:solidFill>
              </a:rPr>
              <a:t>线性</a:t>
            </a:r>
            <a:r>
              <a:rPr lang="zh-CN" altLang="en-US" sz="2800"/>
              <a:t>微分方程标准形式</a:t>
            </a:r>
            <a:r>
              <a:rPr lang="en-US" altLang="zh-CN" sz="2800"/>
              <a:t>:</a:t>
            </a:r>
          </a:p>
        </p:txBody>
      </p:sp>
      <p:graphicFrame>
        <p:nvGraphicFramePr>
          <p:cNvPr id="9221" name="Object 5"/>
          <p:cNvGraphicFramePr>
            <a:graphicFrameLocks noChangeAspect="1"/>
          </p:cNvGraphicFramePr>
          <p:nvPr/>
        </p:nvGraphicFramePr>
        <p:xfrm>
          <a:off x="5208588" y="914400"/>
          <a:ext cx="2792412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26" name="Equation" r:id="rId3" imgW="2790969" imgH="923914" progId="Equation.3">
                  <p:embed/>
                </p:oleObj>
              </mc:Choice>
              <mc:Fallback>
                <p:oleObj name="Equation" r:id="rId3" imgW="2790969" imgH="923914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8588" y="914400"/>
                        <a:ext cx="2792412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1295400" y="1828800"/>
            <a:ext cx="2133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/>
              <a:t>若 </a:t>
            </a:r>
            <a:r>
              <a:rPr lang="en-US" altLang="zh-CN" sz="2800" i="1"/>
              <a:t>Q</a:t>
            </a:r>
            <a:r>
              <a:rPr lang="en-US" altLang="zh-CN" sz="2800"/>
              <a:t>(</a:t>
            </a:r>
            <a:r>
              <a:rPr lang="en-US" altLang="zh-CN" sz="2800" i="1"/>
              <a:t>x</a:t>
            </a:r>
            <a:r>
              <a:rPr lang="en-US" altLang="zh-CN" sz="2800"/>
              <a:t>) </a:t>
            </a:r>
            <a:r>
              <a:rPr lang="en-US" altLang="zh-CN" sz="2800">
                <a:sym typeface="Symbol" panose="05050102010706020507" pitchFamily="18" charset="2"/>
              </a:rPr>
              <a:t></a:t>
            </a:r>
            <a:r>
              <a:rPr lang="en-US" altLang="zh-CN" sz="2800"/>
              <a:t> 0, </a:t>
            </a:r>
          </a:p>
        </p:txBody>
      </p:sp>
      <p:graphicFrame>
        <p:nvGraphicFramePr>
          <p:cNvPr id="9226" name="Object 10"/>
          <p:cNvGraphicFramePr>
            <a:graphicFrameLocks noChangeAspect="1"/>
          </p:cNvGraphicFramePr>
          <p:nvPr/>
        </p:nvGraphicFramePr>
        <p:xfrm>
          <a:off x="3563938" y="3006725"/>
          <a:ext cx="2259012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27" name="Equation" r:id="rId5" imgW="2257232" imgH="923914" progId="Equation.3">
                  <p:embed/>
                </p:oleObj>
              </mc:Choice>
              <mc:Fallback>
                <p:oleObj name="Equation" r:id="rId5" imgW="2257232" imgH="923914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3006725"/>
                        <a:ext cx="2259012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242" name="Group 26"/>
          <p:cNvGrpSpPr>
            <a:grpSpLocks/>
          </p:cNvGrpSpPr>
          <p:nvPr/>
        </p:nvGrpSpPr>
        <p:grpSpPr bwMode="auto">
          <a:xfrm>
            <a:off x="1333500" y="2435958"/>
            <a:ext cx="2057400" cy="533400"/>
            <a:chOff x="816" y="1584"/>
            <a:chExt cx="1296" cy="336"/>
          </a:xfrm>
        </p:grpSpPr>
        <p:sp>
          <p:nvSpPr>
            <p:cNvPr id="15379" name="Text Box 25"/>
            <p:cNvSpPr txBox="1">
              <a:spLocks noChangeArrowheads="1"/>
            </p:cNvSpPr>
            <p:nvPr/>
          </p:nvSpPr>
          <p:spPr bwMode="auto">
            <a:xfrm>
              <a:off x="816" y="1584"/>
              <a:ext cx="1296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/>
                <a:t>若 </a:t>
              </a:r>
              <a:r>
                <a:rPr lang="en-US" altLang="zh-CN" sz="2800" i="1"/>
                <a:t>Q</a:t>
              </a:r>
              <a:r>
                <a:rPr lang="en-US" altLang="zh-CN" sz="2800"/>
                <a:t>(</a:t>
              </a:r>
              <a:r>
                <a:rPr lang="en-US" altLang="zh-CN" sz="2800" i="1"/>
                <a:t>x</a:t>
              </a:r>
              <a:r>
                <a:rPr lang="en-US" altLang="zh-CN" sz="2800"/>
                <a:t>) </a:t>
              </a:r>
              <a:r>
                <a:rPr lang="en-US" altLang="zh-CN" sz="2800">
                  <a:sym typeface="Symbol" panose="05050102010706020507" pitchFamily="18" charset="2"/>
                </a:rPr>
                <a:t></a:t>
              </a:r>
              <a:r>
                <a:rPr lang="en-US" altLang="zh-CN" sz="2800"/>
                <a:t> 0, </a:t>
              </a:r>
            </a:p>
          </p:txBody>
        </p:sp>
        <p:sp>
          <p:nvSpPr>
            <p:cNvPr id="15380" name="Line 11"/>
            <p:cNvSpPr>
              <a:spLocks noChangeShapeType="1"/>
            </p:cNvSpPr>
            <p:nvPr/>
          </p:nvSpPr>
          <p:spPr bwMode="auto">
            <a:xfrm>
              <a:off x="1632" y="1632"/>
              <a:ext cx="96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9229" name="Text Box 13"/>
          <p:cNvSpPr txBox="1">
            <a:spLocks noChangeArrowheads="1"/>
          </p:cNvSpPr>
          <p:nvPr/>
        </p:nvSpPr>
        <p:spPr bwMode="auto">
          <a:xfrm>
            <a:off x="3276600" y="2438400"/>
            <a:ext cx="3352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/>
              <a:t>称为</a:t>
            </a:r>
            <a:r>
              <a:rPr lang="zh-CN" altLang="en-US" sz="2800" b="1">
                <a:solidFill>
                  <a:schemeClr val="tx2"/>
                </a:solidFill>
              </a:rPr>
              <a:t>非齐次方程</a:t>
            </a:r>
            <a:r>
              <a:rPr lang="zh-CN" altLang="en-US" sz="2800"/>
              <a:t> </a:t>
            </a:r>
            <a:r>
              <a:rPr lang="en-US" altLang="zh-CN" sz="2800"/>
              <a:t>.</a:t>
            </a:r>
          </a:p>
        </p:txBody>
      </p:sp>
      <p:sp>
        <p:nvSpPr>
          <p:cNvPr id="9230" name="Text Box 14"/>
          <p:cNvSpPr txBox="1">
            <a:spLocks noChangeArrowheads="1"/>
          </p:cNvSpPr>
          <p:nvPr/>
        </p:nvSpPr>
        <p:spPr bwMode="auto">
          <a:xfrm>
            <a:off x="323850" y="3208338"/>
            <a:ext cx="32400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chemeClr val="tx2"/>
                </a:solidFill>
              </a:rPr>
              <a:t>1. </a:t>
            </a:r>
            <a:r>
              <a:rPr lang="zh-CN" altLang="en-US" sz="2800" b="1">
                <a:solidFill>
                  <a:schemeClr val="tx2"/>
                </a:solidFill>
              </a:rPr>
              <a:t>齐次方程的解法</a:t>
            </a:r>
          </a:p>
        </p:txBody>
      </p:sp>
      <p:sp>
        <p:nvSpPr>
          <p:cNvPr id="9231" name="Text Box 15"/>
          <p:cNvSpPr txBox="1">
            <a:spLocks noChangeArrowheads="1"/>
          </p:cNvSpPr>
          <p:nvPr/>
        </p:nvSpPr>
        <p:spPr bwMode="auto">
          <a:xfrm>
            <a:off x="1042988" y="4076700"/>
            <a:ext cx="2209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/>
              <a:t>分离变量</a:t>
            </a:r>
          </a:p>
        </p:txBody>
      </p:sp>
      <p:graphicFrame>
        <p:nvGraphicFramePr>
          <p:cNvPr id="9232" name="Object 16"/>
          <p:cNvGraphicFramePr>
            <a:graphicFrameLocks noChangeAspect="1"/>
          </p:cNvGraphicFramePr>
          <p:nvPr/>
        </p:nvGraphicFramePr>
        <p:xfrm>
          <a:off x="3276600" y="3933825"/>
          <a:ext cx="21082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28" name="Equation" r:id="rId7" imgW="2104878" imgH="923914" progId="Equation.3">
                  <p:embed/>
                </p:oleObj>
              </mc:Choice>
              <mc:Fallback>
                <p:oleObj name="Equation" r:id="rId7" imgW="2104878" imgH="923914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3933825"/>
                        <a:ext cx="21082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3" name="Text Box 17"/>
          <p:cNvSpPr txBox="1">
            <a:spLocks noChangeArrowheads="1"/>
          </p:cNvSpPr>
          <p:nvPr/>
        </p:nvSpPr>
        <p:spPr bwMode="auto">
          <a:xfrm>
            <a:off x="1042988" y="4941888"/>
            <a:ext cx="2438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/>
              <a:t>两边积分得</a:t>
            </a:r>
          </a:p>
        </p:txBody>
      </p:sp>
      <p:graphicFrame>
        <p:nvGraphicFramePr>
          <p:cNvPr id="9234" name="Object 18"/>
          <p:cNvGraphicFramePr>
            <a:graphicFrameLocks noChangeAspect="1"/>
          </p:cNvGraphicFramePr>
          <p:nvPr/>
        </p:nvGraphicFramePr>
        <p:xfrm>
          <a:off x="3292475" y="4953000"/>
          <a:ext cx="3795713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29" name="Equation" r:id="rId9" imgW="3790786" imgH="580961" progId="Equation.3">
                  <p:embed/>
                </p:oleObj>
              </mc:Choice>
              <mc:Fallback>
                <p:oleObj name="Equation" r:id="rId9" imgW="3790786" imgH="580961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2475" y="4953000"/>
                        <a:ext cx="3795713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5" name="Text Box 19"/>
          <p:cNvSpPr txBox="1">
            <a:spLocks noChangeArrowheads="1"/>
          </p:cNvSpPr>
          <p:nvPr/>
        </p:nvSpPr>
        <p:spPr bwMode="auto">
          <a:xfrm>
            <a:off x="1042988" y="5715000"/>
            <a:ext cx="2667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/>
              <a:t>故通解为</a:t>
            </a:r>
          </a:p>
        </p:txBody>
      </p:sp>
      <p:graphicFrame>
        <p:nvGraphicFramePr>
          <p:cNvPr id="9236" name="Object 20"/>
          <p:cNvGraphicFramePr>
            <a:graphicFrameLocks noChangeAspect="1"/>
          </p:cNvGraphicFramePr>
          <p:nvPr/>
        </p:nvGraphicFramePr>
        <p:xfrm>
          <a:off x="3316288" y="5702300"/>
          <a:ext cx="2322512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30" name="Equation" r:id="rId11" imgW="2319376" imgH="542799" progId="Equation.3">
                  <p:embed/>
                </p:oleObj>
              </mc:Choice>
              <mc:Fallback>
                <p:oleObj name="Equation" r:id="rId11" imgW="2319376" imgH="542799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6288" y="5702300"/>
                        <a:ext cx="2322512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7" name="Text Box 21"/>
          <p:cNvSpPr txBox="1">
            <a:spLocks noChangeArrowheads="1"/>
          </p:cNvSpPr>
          <p:nvPr/>
        </p:nvSpPr>
        <p:spPr bwMode="auto">
          <a:xfrm>
            <a:off x="3276600" y="1828800"/>
            <a:ext cx="2971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/>
              <a:t>称为</a:t>
            </a:r>
            <a:r>
              <a:rPr lang="zh-CN" altLang="en-US" sz="2800" b="1">
                <a:solidFill>
                  <a:schemeClr val="tx2"/>
                </a:solidFill>
              </a:rPr>
              <a:t>齐次方程</a:t>
            </a:r>
            <a:r>
              <a:rPr lang="zh-CN" altLang="en-US" sz="2800"/>
              <a:t> </a:t>
            </a:r>
            <a:r>
              <a:rPr lang="en-US" altLang="zh-CN" sz="2800"/>
              <a:t>;</a:t>
            </a:r>
          </a:p>
        </p:txBody>
      </p:sp>
      <p:sp>
        <p:nvSpPr>
          <p:cNvPr id="9251" name="Text Box 35"/>
          <p:cNvSpPr txBox="1">
            <a:spLocks noChangeArrowheads="1"/>
          </p:cNvSpPr>
          <p:nvPr/>
        </p:nvSpPr>
        <p:spPr bwMode="auto">
          <a:xfrm>
            <a:off x="5795963" y="3141663"/>
            <a:ext cx="31686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00FFFF"/>
                </a:solidFill>
                <a:latin typeface="楷体_GB2312" pitchFamily="49" charset="-122"/>
              </a:rPr>
              <a:t>(</a:t>
            </a:r>
            <a:r>
              <a:rPr lang="zh-CN" altLang="en-US" sz="2800" b="1">
                <a:solidFill>
                  <a:srgbClr val="00FFFF"/>
                </a:solidFill>
                <a:latin typeface="楷体_GB2312" pitchFamily="49" charset="-122"/>
              </a:rPr>
              <a:t>使用分离变量法</a:t>
            </a:r>
            <a:r>
              <a:rPr lang="en-US" altLang="zh-CN" sz="2800" b="1">
                <a:solidFill>
                  <a:srgbClr val="00FFFF"/>
                </a:solidFill>
                <a:latin typeface="楷体_GB2312" pitchFamily="49" charset="-122"/>
              </a:rPr>
              <a:t>)</a:t>
            </a:r>
          </a:p>
        </p:txBody>
      </p:sp>
      <p:sp>
        <p:nvSpPr>
          <p:cNvPr id="9253" name="Text Box 37"/>
          <p:cNvSpPr txBox="1">
            <a:spLocks noChangeArrowheads="1"/>
          </p:cNvSpPr>
          <p:nvPr/>
        </p:nvSpPr>
        <p:spPr bwMode="auto">
          <a:xfrm>
            <a:off x="5815013" y="5651500"/>
            <a:ext cx="26670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/>
              <a:t>(</a:t>
            </a:r>
            <a:r>
              <a:rPr lang="en-US" altLang="zh-CN" sz="2800" i="1"/>
              <a:t>C</a:t>
            </a:r>
            <a:r>
              <a:rPr lang="en-US" altLang="zh-CN" sz="2800"/>
              <a:t> </a:t>
            </a:r>
            <a:r>
              <a:rPr lang="zh-CN" altLang="en-US" sz="2800"/>
              <a:t>为任意常数</a:t>
            </a:r>
            <a:r>
              <a:rPr lang="en-US" altLang="zh-CN" sz="2800"/>
              <a:t>)</a:t>
            </a:r>
            <a:endParaRPr lang="en-US" altLang="zh-CN" sz="280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9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9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9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92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 autoUpdateAnimBg="0"/>
      <p:bldP spid="9223" grpId="0" autoUpdateAnimBg="0"/>
      <p:bldP spid="9229" grpId="0" autoUpdateAnimBg="0"/>
      <p:bldP spid="9230" grpId="0" autoUpdateAnimBg="0"/>
      <p:bldP spid="9231" grpId="0" autoUpdateAnimBg="0"/>
      <p:bldP spid="9233" grpId="0" autoUpdateAnimBg="0"/>
      <p:bldP spid="9235" grpId="0" autoUpdateAnimBg="0"/>
      <p:bldP spid="9237" grpId="0" autoUpdateAnimBg="0"/>
      <p:bldP spid="9251" grpId="0" autoUpdateAnimBg="0"/>
      <p:bldP spid="9253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8" name="Rectangle 4"/>
          <p:cNvSpPr>
            <a:spLocks noGrp="1" noChangeArrowheads="1"/>
          </p:cNvSpPr>
          <p:nvPr>
            <p:ph type="title"/>
          </p:nvPr>
        </p:nvSpPr>
        <p:spPr>
          <a:xfrm>
            <a:off x="611188" y="476250"/>
            <a:ext cx="2895600" cy="519113"/>
          </a:xfrm>
        </p:spPr>
        <p:txBody>
          <a:bodyPr anchor="t"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zh-CN" sz="2800" b="1">
                <a:ea typeface="楷体_GB2312" pitchFamily="49" charset="-122"/>
              </a:rPr>
              <a:t>2.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解非齐次方程</a:t>
            </a:r>
          </a:p>
        </p:txBody>
      </p:sp>
      <p:graphicFrame>
        <p:nvGraphicFramePr>
          <p:cNvPr id="16387" name="Object 5"/>
          <p:cNvGraphicFramePr>
            <a:graphicFrameLocks noChangeAspect="1"/>
          </p:cNvGraphicFramePr>
          <p:nvPr/>
        </p:nvGraphicFramePr>
        <p:xfrm>
          <a:off x="3492500" y="260350"/>
          <a:ext cx="27940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72" name="Equation" r:id="rId3" imgW="2790969" imgH="923914" progId="Equation.3">
                  <p:embed/>
                </p:oleObj>
              </mc:Choice>
              <mc:Fallback>
                <p:oleObj name="Equation" r:id="rId3" imgW="2790969" imgH="923914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260350"/>
                        <a:ext cx="27940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10" name="Text Box 6"/>
          <p:cNvSpPr txBox="1">
            <a:spLocks noChangeArrowheads="1"/>
          </p:cNvSpPr>
          <p:nvPr/>
        </p:nvSpPr>
        <p:spPr bwMode="auto">
          <a:xfrm>
            <a:off x="914400" y="1570038"/>
            <a:ext cx="1447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chemeClr val="accent2"/>
                </a:solidFill>
                <a:latin typeface="楷体_GB2312" pitchFamily="49" charset="-122"/>
              </a:rPr>
              <a:t>讨论</a:t>
            </a:r>
          </a:p>
        </p:txBody>
      </p:sp>
      <p:graphicFrame>
        <p:nvGraphicFramePr>
          <p:cNvPr id="72711" name="Object 7"/>
          <p:cNvGraphicFramePr>
            <a:graphicFrameLocks noChangeAspect="1"/>
          </p:cNvGraphicFramePr>
          <p:nvPr/>
        </p:nvGraphicFramePr>
        <p:xfrm>
          <a:off x="2051050" y="1270000"/>
          <a:ext cx="3889375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73" name="Equation" r:id="rId5" imgW="1633787" imgH="452417" progId="Equation.DSMT4">
                  <p:embed/>
                </p:oleObj>
              </mc:Choice>
              <mc:Fallback>
                <p:oleObj name="Equation" r:id="rId5" imgW="1633787" imgH="452417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1270000"/>
                        <a:ext cx="3889375" cy="1085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12" name="Text Box 8"/>
          <p:cNvSpPr txBox="1">
            <a:spLocks noChangeArrowheads="1"/>
          </p:cNvSpPr>
          <p:nvPr/>
        </p:nvSpPr>
        <p:spPr bwMode="auto">
          <a:xfrm>
            <a:off x="990600" y="2498725"/>
            <a:ext cx="1676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>
                <a:latin typeface="楷体_GB2312" pitchFamily="49" charset="-122"/>
              </a:rPr>
              <a:t>两边积分</a:t>
            </a:r>
          </a:p>
        </p:txBody>
      </p:sp>
      <p:graphicFrame>
        <p:nvGraphicFramePr>
          <p:cNvPr id="72713" name="Object 9"/>
          <p:cNvGraphicFramePr>
            <a:graphicFrameLocks noChangeAspect="1"/>
          </p:cNvGraphicFramePr>
          <p:nvPr/>
        </p:nvGraphicFramePr>
        <p:xfrm>
          <a:off x="2700338" y="2349500"/>
          <a:ext cx="4392612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74" name="Equation" r:id="rId7" imgW="1824228" imgH="414255" progId="Equation.DSMT4">
                  <p:embed/>
                </p:oleObj>
              </mc:Choice>
              <mc:Fallback>
                <p:oleObj name="Equation" r:id="rId7" imgW="1824228" imgH="414255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2349500"/>
                        <a:ext cx="4392612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4" name="Object 10"/>
          <p:cNvGraphicFramePr>
            <a:graphicFrameLocks noChangeAspect="1"/>
          </p:cNvGraphicFramePr>
          <p:nvPr/>
        </p:nvGraphicFramePr>
        <p:xfrm>
          <a:off x="1042988" y="3284538"/>
          <a:ext cx="2881312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75" name="Equation" r:id="rId9" imgW="1276458" imgH="414255" progId="Equation.DSMT4">
                  <p:embed/>
                </p:oleObj>
              </mc:Choice>
              <mc:Fallback>
                <p:oleObj name="Equation" r:id="rId9" imgW="1276458" imgH="414255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3284538"/>
                        <a:ext cx="2881312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5" name="Object 11"/>
          <p:cNvGraphicFramePr>
            <a:graphicFrameLocks noChangeAspect="1"/>
          </p:cNvGraphicFramePr>
          <p:nvPr/>
        </p:nvGraphicFramePr>
        <p:xfrm>
          <a:off x="4356100" y="3429000"/>
          <a:ext cx="4032250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76" name="Equation" r:id="rId11" imgW="1595197" imgH="276170" progId="Equation.DSMT4">
                  <p:embed/>
                </p:oleObj>
              </mc:Choice>
              <mc:Fallback>
                <p:oleObj name="Equation" r:id="rId11" imgW="1595197" imgH="27617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3429000"/>
                        <a:ext cx="4032250" cy="704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6" name="Object 12"/>
          <p:cNvGraphicFramePr>
            <a:graphicFrameLocks noChangeAspect="1"/>
          </p:cNvGraphicFramePr>
          <p:nvPr/>
        </p:nvGraphicFramePr>
        <p:xfrm>
          <a:off x="1168400" y="4292600"/>
          <a:ext cx="3205163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77" name="Equation" r:id="rId13" imgW="1124105" imgH="223949" progId="Equation.DSMT4">
                  <p:embed/>
                </p:oleObj>
              </mc:Choice>
              <mc:Fallback>
                <p:oleObj name="Equation" r:id="rId13" imgW="1124105" imgH="223949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8400" y="4292600"/>
                        <a:ext cx="3205163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17" name="Text Box 13"/>
          <p:cNvSpPr txBox="1">
            <a:spLocks noChangeArrowheads="1"/>
          </p:cNvSpPr>
          <p:nvPr/>
        </p:nvSpPr>
        <p:spPr bwMode="auto">
          <a:xfrm>
            <a:off x="4643438" y="4292600"/>
            <a:ext cx="3505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>
                <a:latin typeface="楷体_GB2312" pitchFamily="49" charset="-122"/>
              </a:rPr>
              <a:t>非齐次方程通解形式</a:t>
            </a:r>
          </a:p>
        </p:txBody>
      </p:sp>
      <p:sp>
        <p:nvSpPr>
          <p:cNvPr id="72718" name="Text Box 14"/>
          <p:cNvSpPr txBox="1">
            <a:spLocks noChangeArrowheads="1"/>
          </p:cNvSpPr>
          <p:nvPr/>
        </p:nvSpPr>
        <p:spPr bwMode="auto">
          <a:xfrm>
            <a:off x="971550" y="5805488"/>
            <a:ext cx="4114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>
                <a:latin typeface="楷体_GB2312" pitchFamily="49" charset="-122"/>
              </a:rPr>
              <a:t>与齐次方程通解相比</a:t>
            </a:r>
            <a:r>
              <a:rPr lang="en-US" altLang="zh-CN" sz="2800">
                <a:latin typeface="楷体_GB2312" pitchFamily="49" charset="-122"/>
              </a:rPr>
              <a:t>:</a:t>
            </a:r>
          </a:p>
        </p:txBody>
      </p:sp>
      <p:graphicFrame>
        <p:nvGraphicFramePr>
          <p:cNvPr id="72719" name="Object 15"/>
          <p:cNvGraphicFramePr>
            <a:graphicFrameLocks noChangeAspect="1"/>
          </p:cNvGraphicFramePr>
          <p:nvPr/>
        </p:nvGraphicFramePr>
        <p:xfrm>
          <a:off x="4552950" y="5888038"/>
          <a:ext cx="157480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78" name="公式" r:id="rId15" imgW="1571643" imgH="400195" progId="Equation.3">
                  <p:embed/>
                </p:oleObj>
              </mc:Choice>
              <mc:Fallback>
                <p:oleObj name="公式" r:id="rId15" imgW="1571643" imgH="400195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2950" y="5888038"/>
                        <a:ext cx="1574800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21" name="Text Box 17"/>
          <p:cNvSpPr txBox="1">
            <a:spLocks noChangeArrowheads="1"/>
          </p:cNvSpPr>
          <p:nvPr/>
        </p:nvSpPr>
        <p:spPr bwMode="auto">
          <a:xfrm>
            <a:off x="971550" y="5084763"/>
            <a:ext cx="3200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/>
              <a:t>对应齐次方程通解：</a:t>
            </a:r>
          </a:p>
        </p:txBody>
      </p:sp>
      <p:graphicFrame>
        <p:nvGraphicFramePr>
          <p:cNvPr id="72722" name="Object 18"/>
          <p:cNvGraphicFramePr>
            <a:graphicFrameLocks noChangeAspect="1"/>
          </p:cNvGraphicFramePr>
          <p:nvPr/>
        </p:nvGraphicFramePr>
        <p:xfrm>
          <a:off x="4211638" y="5084763"/>
          <a:ext cx="218440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79" name="Equation" r:id="rId17" imgW="2190577" imgH="514178" progId="Equation.3">
                  <p:embed/>
                </p:oleObj>
              </mc:Choice>
              <mc:Fallback>
                <p:oleObj name="Equation" r:id="rId17" imgW="2190577" imgH="514178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638" y="5084763"/>
                        <a:ext cx="2184400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2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2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2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2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2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2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2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2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2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72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72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72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10" grpId="0" autoUpdateAnimBg="0"/>
      <p:bldP spid="72712" grpId="0" autoUpdateAnimBg="0"/>
      <p:bldP spid="72717" grpId="0" autoUpdateAnimBg="0"/>
      <p:bldP spid="72718" grpId="0" autoUpdateAnimBg="0"/>
      <p:bldP spid="72721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0" name="Text Box 20"/>
          <p:cNvSpPr txBox="1">
            <a:spLocks noChangeArrowheads="1"/>
          </p:cNvSpPr>
          <p:nvPr/>
        </p:nvSpPr>
        <p:spPr bwMode="auto">
          <a:xfrm>
            <a:off x="1928813" y="6053138"/>
            <a:ext cx="24558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FFC000"/>
                </a:solidFill>
              </a:rPr>
              <a:t>齐次方程通解</a:t>
            </a:r>
          </a:p>
        </p:txBody>
      </p:sp>
      <p:sp>
        <p:nvSpPr>
          <p:cNvPr id="10262" name="Text Box 22"/>
          <p:cNvSpPr txBox="1">
            <a:spLocks noChangeArrowheads="1"/>
          </p:cNvSpPr>
          <p:nvPr/>
        </p:nvSpPr>
        <p:spPr bwMode="auto">
          <a:xfrm>
            <a:off x="5026025" y="6073775"/>
            <a:ext cx="29305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C000"/>
                </a:solidFill>
              </a:rPr>
              <a:t>非齐次方程特解</a:t>
            </a:r>
          </a:p>
        </p:txBody>
      </p:sp>
      <p:graphicFrame>
        <p:nvGraphicFramePr>
          <p:cNvPr id="10280" name="Object 40"/>
          <p:cNvGraphicFramePr>
            <a:graphicFrameLocks noChangeAspect="1"/>
          </p:cNvGraphicFramePr>
          <p:nvPr/>
        </p:nvGraphicFramePr>
        <p:xfrm>
          <a:off x="2357438" y="5373688"/>
          <a:ext cx="15875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53" name="Equation" r:id="rId3" imgW="1581165" imgH="528740" progId="Equation.3">
                  <p:embed/>
                </p:oleObj>
              </mc:Choice>
              <mc:Fallback>
                <p:oleObj name="Equation" r:id="rId3" imgW="1581165" imgH="528740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7438" y="5373688"/>
                        <a:ext cx="15875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3" name="Object 3"/>
          <p:cNvGraphicFramePr>
            <a:graphicFrameLocks noChangeAspect="1"/>
          </p:cNvGraphicFramePr>
          <p:nvPr/>
        </p:nvGraphicFramePr>
        <p:xfrm>
          <a:off x="669925" y="260350"/>
          <a:ext cx="27940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54" name="Equation" r:id="rId5" imgW="2790969" imgH="923914" progId="Equation.3">
                  <p:embed/>
                </p:oleObj>
              </mc:Choice>
              <mc:Fallback>
                <p:oleObj name="Equation" r:id="rId5" imgW="2790969" imgH="923914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925" y="260350"/>
                        <a:ext cx="27940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609600" y="1398588"/>
            <a:ext cx="2590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/>
              <a:t>用</a:t>
            </a:r>
            <a:r>
              <a:rPr lang="zh-CN" altLang="en-US" sz="2800" b="1">
                <a:solidFill>
                  <a:schemeClr val="tx2"/>
                </a:solidFill>
              </a:rPr>
              <a:t>常数变易法</a:t>
            </a:r>
            <a:r>
              <a:rPr lang="en-US" altLang="zh-CN" sz="2800"/>
              <a:t>:</a:t>
            </a:r>
          </a:p>
        </p:txBody>
      </p:sp>
      <p:graphicFrame>
        <p:nvGraphicFramePr>
          <p:cNvPr id="10245" name="Object 5"/>
          <p:cNvGraphicFramePr>
            <a:graphicFrameLocks noChangeAspect="1"/>
          </p:cNvGraphicFramePr>
          <p:nvPr/>
        </p:nvGraphicFramePr>
        <p:xfrm>
          <a:off x="4165600" y="1322388"/>
          <a:ext cx="33782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55" name="Equation" r:id="rId7" imgW="3371815" imgH="590502" progId="Equation.3">
                  <p:embed/>
                </p:oleObj>
              </mc:Choice>
              <mc:Fallback>
                <p:oleObj name="Equation" r:id="rId7" imgW="3371815" imgH="590502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5600" y="1322388"/>
                        <a:ext cx="33782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6" name="Text Box 6"/>
          <p:cNvSpPr txBox="1">
            <a:spLocks noChangeArrowheads="1"/>
          </p:cNvSpPr>
          <p:nvPr/>
        </p:nvSpPr>
        <p:spPr bwMode="auto">
          <a:xfrm>
            <a:off x="7543800" y="1322388"/>
            <a:ext cx="685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/>
              <a:t>则</a:t>
            </a:r>
          </a:p>
        </p:txBody>
      </p:sp>
      <p:graphicFrame>
        <p:nvGraphicFramePr>
          <p:cNvPr id="10248" name="Object 8"/>
          <p:cNvGraphicFramePr>
            <a:graphicFrameLocks noChangeAspect="1"/>
          </p:cNvGraphicFramePr>
          <p:nvPr/>
        </p:nvGraphicFramePr>
        <p:xfrm>
          <a:off x="762000" y="2008188"/>
          <a:ext cx="16637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56" name="Equation" r:id="rId9" imgW="1657341" imgH="605063" progId="Equation.3">
                  <p:embed/>
                </p:oleObj>
              </mc:Choice>
              <mc:Fallback>
                <p:oleObj name="Equation" r:id="rId9" imgW="1657341" imgH="605063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2008188"/>
                        <a:ext cx="16637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9" name="Object 9"/>
          <p:cNvGraphicFramePr>
            <a:graphicFrameLocks noChangeAspect="1"/>
          </p:cNvGraphicFramePr>
          <p:nvPr/>
        </p:nvGraphicFramePr>
        <p:xfrm>
          <a:off x="5029200" y="2195513"/>
          <a:ext cx="1003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57" name="Equation" r:id="rId11" imgW="1000318" imgH="400195" progId="Equation.3">
                  <p:embed/>
                </p:oleObj>
              </mc:Choice>
              <mc:Fallback>
                <p:oleObj name="Equation" r:id="rId11" imgW="1000318" imgH="400195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2195513"/>
                        <a:ext cx="10033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0" name="Object 10"/>
          <p:cNvGraphicFramePr>
            <a:graphicFrameLocks noChangeAspect="1"/>
          </p:cNvGraphicFramePr>
          <p:nvPr/>
        </p:nvGraphicFramePr>
        <p:xfrm>
          <a:off x="6045200" y="2008188"/>
          <a:ext cx="16510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58" name="Equation" r:id="rId13" imgW="1647819" imgH="605063" progId="Equation.3">
                  <p:embed/>
                </p:oleObj>
              </mc:Choice>
              <mc:Fallback>
                <p:oleObj name="Equation" r:id="rId13" imgW="1647819" imgH="605063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5200" y="2008188"/>
                        <a:ext cx="16510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1" name="Object 11"/>
          <p:cNvGraphicFramePr>
            <a:graphicFrameLocks noChangeAspect="1"/>
          </p:cNvGraphicFramePr>
          <p:nvPr/>
        </p:nvGraphicFramePr>
        <p:xfrm>
          <a:off x="7734300" y="2159000"/>
          <a:ext cx="1104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59" name="Equation" r:id="rId15" imgW="1100050" imgH="400195" progId="Equation.3">
                  <p:embed/>
                </p:oleObj>
              </mc:Choice>
              <mc:Fallback>
                <p:oleObj name="Equation" r:id="rId15" imgW="1100050" imgH="400195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34300" y="2159000"/>
                        <a:ext cx="11049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6" name="Text Box 16"/>
          <p:cNvSpPr txBox="1">
            <a:spLocks noChangeArrowheads="1"/>
          </p:cNvSpPr>
          <p:nvPr/>
        </p:nvSpPr>
        <p:spPr bwMode="auto">
          <a:xfrm>
            <a:off x="592138" y="4522788"/>
            <a:ext cx="3429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/>
              <a:t>故原方程的通解</a:t>
            </a:r>
          </a:p>
        </p:txBody>
      </p:sp>
      <p:graphicFrame>
        <p:nvGraphicFramePr>
          <p:cNvPr id="10257" name="Object 17"/>
          <p:cNvGraphicFramePr>
            <a:graphicFrameLocks noChangeAspect="1"/>
          </p:cNvGraphicFramePr>
          <p:nvPr/>
        </p:nvGraphicFramePr>
        <p:xfrm>
          <a:off x="4171950" y="5284788"/>
          <a:ext cx="4192588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60" name="Equation" r:id="rId17" imgW="4172170" imgH="695446" progId="Equation.3">
                  <p:embed/>
                </p:oleObj>
              </mc:Choice>
              <mc:Fallback>
                <p:oleObj name="Equation" r:id="rId17" imgW="4172170" imgH="695446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1950" y="5284788"/>
                        <a:ext cx="4192588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9" name="Line 19"/>
          <p:cNvSpPr>
            <a:spLocks noChangeShapeType="1"/>
          </p:cNvSpPr>
          <p:nvPr/>
        </p:nvSpPr>
        <p:spPr bwMode="auto">
          <a:xfrm>
            <a:off x="2344738" y="6046788"/>
            <a:ext cx="1524000" cy="0"/>
          </a:xfrm>
          <a:prstGeom prst="line">
            <a:avLst/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solidFill>
                <a:srgbClr val="FFC000"/>
              </a:solidFill>
            </a:endParaRPr>
          </a:p>
        </p:txBody>
      </p:sp>
      <p:sp>
        <p:nvSpPr>
          <p:cNvPr id="10261" name="Line 21"/>
          <p:cNvSpPr>
            <a:spLocks noChangeShapeType="1"/>
          </p:cNvSpPr>
          <p:nvPr/>
        </p:nvSpPr>
        <p:spPr bwMode="auto">
          <a:xfrm>
            <a:off x="4478338" y="6046788"/>
            <a:ext cx="3810000" cy="0"/>
          </a:xfrm>
          <a:prstGeom prst="line">
            <a:avLst/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solidFill>
                <a:srgbClr val="FFC000"/>
              </a:solidFill>
            </a:endParaRPr>
          </a:p>
        </p:txBody>
      </p:sp>
      <p:graphicFrame>
        <p:nvGraphicFramePr>
          <p:cNvPr id="10270" name="Object 30"/>
          <p:cNvGraphicFramePr>
            <a:graphicFrameLocks noChangeAspect="1"/>
          </p:cNvGraphicFramePr>
          <p:nvPr/>
        </p:nvGraphicFramePr>
        <p:xfrm>
          <a:off x="3335338" y="4383088"/>
          <a:ext cx="5484812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61" name="Equation" r:id="rId19" imgW="5457649" imgH="818969" progId="Equation.3">
                  <p:embed/>
                </p:oleObj>
              </mc:Choice>
              <mc:Fallback>
                <p:oleObj name="Equation" r:id="rId19" imgW="5457649" imgH="818969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5338" y="4383088"/>
                        <a:ext cx="5484812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8" name="Object 18"/>
          <p:cNvGraphicFramePr>
            <a:graphicFrameLocks noChangeAspect="1"/>
          </p:cNvGraphicFramePr>
          <p:nvPr/>
        </p:nvGraphicFramePr>
        <p:xfrm>
          <a:off x="1658938" y="5649913"/>
          <a:ext cx="5334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62" name="Equation" r:id="rId21" imgW="528725" imgH="314332" progId="Equation.3">
                  <p:embed/>
                </p:oleObj>
              </mc:Choice>
              <mc:Fallback>
                <p:oleObj name="Equation" r:id="rId21" imgW="528725" imgH="314332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8938" y="5649913"/>
                        <a:ext cx="5334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1" name="Text Box 31"/>
          <p:cNvSpPr txBox="1">
            <a:spLocks noChangeArrowheads="1"/>
          </p:cNvSpPr>
          <p:nvPr/>
        </p:nvSpPr>
        <p:spPr bwMode="auto">
          <a:xfrm>
            <a:off x="690563" y="5470525"/>
            <a:ext cx="8556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/>
              <a:t>即</a:t>
            </a:r>
            <a:r>
              <a:rPr lang="en-US" altLang="zh-CN" sz="2800"/>
              <a:t>:</a:t>
            </a:r>
            <a:endParaRPr lang="zh-CN" altLang="en-US" sz="2800"/>
          </a:p>
        </p:txBody>
      </p:sp>
      <p:sp>
        <p:nvSpPr>
          <p:cNvPr id="10274" name="Text Box 34"/>
          <p:cNvSpPr txBox="1">
            <a:spLocks noChangeArrowheads="1"/>
          </p:cNvSpPr>
          <p:nvPr/>
        </p:nvSpPr>
        <p:spPr bwMode="auto">
          <a:xfrm>
            <a:off x="685800" y="2857500"/>
            <a:ext cx="83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/>
              <a:t>即</a:t>
            </a:r>
            <a:r>
              <a:rPr lang="en-US" altLang="zh-CN" sz="2800"/>
              <a:t>:</a:t>
            </a:r>
            <a:endParaRPr lang="zh-CN" altLang="en-US" sz="2800"/>
          </a:p>
        </p:txBody>
      </p:sp>
      <p:sp>
        <p:nvSpPr>
          <p:cNvPr id="10275" name="Text Box 35"/>
          <p:cNvSpPr txBox="1">
            <a:spLocks noChangeArrowheads="1"/>
          </p:cNvSpPr>
          <p:nvPr/>
        </p:nvSpPr>
        <p:spPr bwMode="auto">
          <a:xfrm>
            <a:off x="2978150" y="1406525"/>
            <a:ext cx="160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/>
              <a:t>作变换</a:t>
            </a:r>
          </a:p>
        </p:txBody>
      </p:sp>
      <p:sp>
        <p:nvSpPr>
          <p:cNvPr id="10276" name="Line 36"/>
          <p:cNvSpPr>
            <a:spLocks noChangeShapeType="1"/>
          </p:cNvSpPr>
          <p:nvPr/>
        </p:nvSpPr>
        <p:spPr bwMode="auto">
          <a:xfrm flipV="1">
            <a:off x="2586038" y="1955800"/>
            <a:ext cx="2027237" cy="701675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7" name="Line 37"/>
          <p:cNvSpPr>
            <a:spLocks noChangeShapeType="1"/>
          </p:cNvSpPr>
          <p:nvPr/>
        </p:nvSpPr>
        <p:spPr bwMode="auto">
          <a:xfrm flipV="1">
            <a:off x="5365750" y="1954213"/>
            <a:ext cx="2025650" cy="701675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0279" name="Object 39"/>
          <p:cNvGraphicFramePr>
            <a:graphicFrameLocks noChangeAspect="1"/>
          </p:cNvGraphicFramePr>
          <p:nvPr/>
        </p:nvGraphicFramePr>
        <p:xfrm>
          <a:off x="2438400" y="2008188"/>
          <a:ext cx="25908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63" name="Equation" r:id="rId23" imgW="2585994" imgH="605063" progId="Equation.3">
                  <p:embed/>
                </p:oleObj>
              </mc:Choice>
              <mc:Fallback>
                <p:oleObj name="Equation" r:id="rId23" imgW="2585994" imgH="605063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2008188"/>
                        <a:ext cx="25908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3" name="Object 13"/>
          <p:cNvGraphicFramePr>
            <a:graphicFrameLocks noChangeAspect="1"/>
          </p:cNvGraphicFramePr>
          <p:nvPr/>
        </p:nvGraphicFramePr>
        <p:xfrm>
          <a:off x="2603500" y="2681288"/>
          <a:ext cx="27432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64" name="Equation" r:id="rId25" imgW="2738347" imgH="923914" progId="Equation.3">
                  <p:embed/>
                </p:oleObj>
              </mc:Choice>
              <mc:Fallback>
                <p:oleObj name="Equation" r:id="rId25" imgW="2738347" imgH="923914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3500" y="2681288"/>
                        <a:ext cx="27432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5" name="Object 15"/>
          <p:cNvGraphicFramePr>
            <a:graphicFrameLocks noChangeAspect="1"/>
          </p:cNvGraphicFramePr>
          <p:nvPr/>
        </p:nvGraphicFramePr>
        <p:xfrm>
          <a:off x="2916238" y="3608388"/>
          <a:ext cx="37719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65" name="Equation" r:id="rId27" imgW="3767231" imgH="695446" progId="Equation.3">
                  <p:embed/>
                </p:oleObj>
              </mc:Choice>
              <mc:Fallback>
                <p:oleObj name="Equation" r:id="rId27" imgW="3767231" imgH="695446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3608388"/>
                        <a:ext cx="37719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4" name="Text Box 14"/>
          <p:cNvSpPr txBox="1">
            <a:spLocks noChangeArrowheads="1"/>
          </p:cNvSpPr>
          <p:nvPr/>
        </p:nvSpPr>
        <p:spPr bwMode="auto">
          <a:xfrm>
            <a:off x="592138" y="3684588"/>
            <a:ext cx="2438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/>
              <a:t>两端积分得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0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0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0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0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0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0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0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0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0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0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0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0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0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0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10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10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0" grpId="0" autoUpdateAnimBg="0"/>
      <p:bldP spid="10262" grpId="0" autoUpdateAnimBg="0"/>
      <p:bldP spid="10244" grpId="0" autoUpdateAnimBg="0"/>
      <p:bldP spid="10246" grpId="0" autoUpdateAnimBg="0"/>
      <p:bldP spid="10256" grpId="0" autoUpdateAnimBg="0"/>
      <p:bldP spid="10271" grpId="0" autoUpdateAnimBg="0"/>
      <p:bldP spid="10274" grpId="0" autoUpdateAnimBg="0"/>
      <p:bldP spid="10275" grpId="0" autoUpdateAnimBg="0"/>
      <p:bldP spid="10254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250825" y="333375"/>
            <a:ext cx="67532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66FF66"/>
                </a:solidFill>
              </a:rPr>
              <a:t>一阶线性非齐次微分方程的求解步骤如下</a:t>
            </a:r>
            <a:r>
              <a:rPr lang="en-US" altLang="zh-CN" sz="2800" b="1">
                <a:solidFill>
                  <a:srgbClr val="66FF66"/>
                </a:solidFill>
              </a:rPr>
              <a:t>:</a:t>
            </a:r>
          </a:p>
        </p:txBody>
      </p:sp>
      <p:sp>
        <p:nvSpPr>
          <p:cNvPr id="18435" name="Text Box 3"/>
          <p:cNvSpPr txBox="1">
            <a:spLocks noChangeArrowheads="1"/>
          </p:cNvSpPr>
          <p:nvPr/>
        </p:nvSpPr>
        <p:spPr bwMode="auto">
          <a:xfrm>
            <a:off x="468313" y="981075"/>
            <a:ext cx="6762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/>
            <a:r>
              <a:rPr lang="en-US" altLang="zh-CN" sz="2800"/>
              <a:t>1</a:t>
            </a:r>
            <a:r>
              <a:rPr lang="zh-CN" altLang="en-US" sz="2800"/>
              <a:t>、求对应于非齐次方程的</a:t>
            </a:r>
            <a:r>
              <a:rPr lang="zh-CN" altLang="en-US" sz="2800">
                <a:solidFill>
                  <a:srgbClr val="FFFF00"/>
                </a:solidFill>
              </a:rPr>
              <a:t>齐次方程</a:t>
            </a:r>
            <a:r>
              <a:rPr lang="zh-CN" altLang="en-US" sz="2800"/>
              <a:t>的</a:t>
            </a:r>
            <a:r>
              <a:rPr lang="zh-CN" altLang="en-US" sz="2800">
                <a:solidFill>
                  <a:srgbClr val="FFFF00"/>
                </a:solidFill>
              </a:rPr>
              <a:t>通解</a:t>
            </a:r>
            <a:endParaRPr lang="zh-CN" altLang="en-US" sz="2800"/>
          </a:p>
        </p:txBody>
      </p:sp>
      <p:graphicFrame>
        <p:nvGraphicFramePr>
          <p:cNvPr id="1843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0269265"/>
              </p:ext>
            </p:extLst>
          </p:nvPr>
        </p:nvGraphicFramePr>
        <p:xfrm>
          <a:off x="1619250" y="1557338"/>
          <a:ext cx="19685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02" name="公式" r:id="rId3" imgW="1962047" imgH="542799" progId="Equation.3">
                  <p:embed/>
                </p:oleObj>
              </mc:Choice>
              <mc:Fallback>
                <p:oleObj name="公式" r:id="rId3" imgW="1962047" imgH="542799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1557338"/>
                        <a:ext cx="19685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7829" name="Group 5"/>
          <p:cNvGrpSpPr>
            <a:grpSpLocks/>
          </p:cNvGrpSpPr>
          <p:nvPr/>
        </p:nvGrpSpPr>
        <p:grpSpPr bwMode="auto">
          <a:xfrm>
            <a:off x="434975" y="4470400"/>
            <a:ext cx="8093075" cy="2014538"/>
            <a:chOff x="219" y="2946"/>
            <a:chExt cx="5098" cy="1269"/>
          </a:xfrm>
        </p:grpSpPr>
        <p:sp>
          <p:nvSpPr>
            <p:cNvPr id="18446" name="Text Box 6"/>
            <p:cNvSpPr txBox="1">
              <a:spLocks noChangeArrowheads="1"/>
            </p:cNvSpPr>
            <p:nvPr/>
          </p:nvSpPr>
          <p:spPr bwMode="auto">
            <a:xfrm>
              <a:off x="219" y="2946"/>
              <a:ext cx="5098" cy="8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571500" indent="-5715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9pPr>
            </a:lstStyle>
            <a:p>
              <a:pPr eaLnBrk="1" hangingPunct="1">
                <a:lnSpc>
                  <a:spcPct val="150000"/>
                </a:lnSpc>
              </a:pPr>
              <a:r>
                <a:rPr kumimoji="1" lang="en-US" altLang="zh-CN" sz="2800">
                  <a:latin typeface="Times New Roman" panose="02020603050405020304" pitchFamily="18" charset="0"/>
                  <a:ea typeface="楷体_GB2312" pitchFamily="49" charset="-122"/>
                </a:rPr>
                <a:t>4</a:t>
              </a:r>
              <a:r>
                <a:rPr kumimoji="1" lang="zh-CN" altLang="en-US" sz="2800">
                  <a:latin typeface="Times New Roman" panose="02020603050405020304" pitchFamily="18" charset="0"/>
                  <a:ea typeface="楷体_GB2312" pitchFamily="49" charset="-122"/>
                </a:rPr>
                <a:t>、将第三步骤中求出的</a:t>
              </a:r>
              <a:r>
                <a:rPr kumimoji="1" lang="en-US" altLang="en-US" sz="2800" i="1">
                  <a:latin typeface="Times New Roman" panose="02020603050405020304" pitchFamily="18" charset="0"/>
                  <a:ea typeface="楷体_GB2312" pitchFamily="49" charset="-122"/>
                </a:rPr>
                <a:t>u</a:t>
              </a:r>
              <a:r>
                <a:rPr kumimoji="1" lang="en-US" altLang="en-US" sz="2800">
                  <a:latin typeface="Times New Roman" panose="02020603050405020304" pitchFamily="18" charset="0"/>
                  <a:ea typeface="楷体_GB2312" pitchFamily="49" charset="-122"/>
                </a:rPr>
                <a:t>(</a:t>
              </a:r>
              <a:r>
                <a:rPr kumimoji="1" lang="en-US" altLang="en-US" sz="2800" i="1"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kumimoji="1" lang="en-US" altLang="en-US" sz="2800">
                  <a:latin typeface="Times New Roman" panose="02020603050405020304" pitchFamily="18" charset="0"/>
                  <a:ea typeface="楷体_GB2312" pitchFamily="49" charset="-122"/>
                </a:rPr>
                <a:t>)</a:t>
              </a:r>
              <a:r>
                <a:rPr kumimoji="1" lang="zh-CN" altLang="en-US" sz="2800">
                  <a:latin typeface="Times New Roman" panose="02020603050405020304" pitchFamily="18" charset="0"/>
                  <a:ea typeface="楷体_GB2312" pitchFamily="49" charset="-122"/>
                </a:rPr>
                <a:t>代入第二步骤中 的</a:t>
              </a:r>
              <a:r>
                <a:rPr kumimoji="1" lang="en-US" altLang="en-US" sz="2800" i="1">
                  <a:latin typeface="Times New Roman" panose="02020603050405020304" pitchFamily="18" charset="0"/>
                  <a:ea typeface="楷体_GB2312" pitchFamily="49" charset="-122"/>
                </a:rPr>
                <a:t>y</a:t>
              </a:r>
              <a:r>
                <a:rPr kumimoji="1" lang="zh-CN" altLang="en-US" sz="2800">
                  <a:latin typeface="Times New Roman" panose="02020603050405020304" pitchFamily="18" charset="0"/>
                  <a:ea typeface="楷体_GB2312" pitchFamily="49" charset="-122"/>
                </a:rPr>
                <a:t>的表达式，得到</a:t>
              </a:r>
            </a:p>
          </p:txBody>
        </p:sp>
        <p:graphicFrame>
          <p:nvGraphicFramePr>
            <p:cNvPr id="18447" name="Object 7"/>
            <p:cNvGraphicFramePr>
              <a:graphicFrameLocks noChangeAspect="1"/>
            </p:cNvGraphicFramePr>
            <p:nvPr/>
          </p:nvGraphicFramePr>
          <p:xfrm>
            <a:off x="1232" y="3856"/>
            <a:ext cx="3048" cy="3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03" name="公式" r:id="rId5" imgW="4833703" imgH="566902" progId="Equation.3">
                    <p:embed/>
                  </p:oleObj>
                </mc:Choice>
                <mc:Fallback>
                  <p:oleObj name="公式" r:id="rId5" imgW="4833703" imgH="566902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32" y="3856"/>
                          <a:ext cx="3048" cy="3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7832" name="Group 8"/>
          <p:cNvGrpSpPr>
            <a:grpSpLocks/>
          </p:cNvGrpSpPr>
          <p:nvPr/>
        </p:nvGrpSpPr>
        <p:grpSpPr bwMode="auto">
          <a:xfrm>
            <a:off x="470253" y="2232819"/>
            <a:ext cx="5430837" cy="574675"/>
            <a:chOff x="288" y="1456"/>
            <a:chExt cx="3421" cy="362"/>
          </a:xfrm>
        </p:grpSpPr>
        <p:sp>
          <p:nvSpPr>
            <p:cNvPr id="18443" name="Text Box 9"/>
            <p:cNvSpPr txBox="1">
              <a:spLocks noChangeArrowheads="1"/>
            </p:cNvSpPr>
            <p:nvPr/>
          </p:nvSpPr>
          <p:spPr bwMode="auto">
            <a:xfrm>
              <a:off x="288" y="1488"/>
              <a:ext cx="3406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9pPr>
            </a:lstStyle>
            <a:p>
              <a:pPr eaLnBrk="1" hangingPunct="1"/>
              <a:r>
                <a:rPr lang="en-US" altLang="zh-CN" sz="2800" dirty="0"/>
                <a:t>2</a:t>
              </a:r>
              <a:r>
                <a:rPr lang="zh-CN" altLang="en-US" sz="2800" dirty="0"/>
                <a:t>、设                                      ，并求出</a:t>
              </a:r>
              <a:endParaRPr lang="zh-CN" altLang="zh-CN" sz="2800" dirty="0"/>
            </a:p>
          </p:txBody>
        </p:sp>
        <p:graphicFrame>
          <p:nvGraphicFramePr>
            <p:cNvPr id="18444" name="Object 10"/>
            <p:cNvGraphicFramePr>
              <a:graphicFrameLocks noChangeAspect="1"/>
            </p:cNvGraphicFramePr>
            <p:nvPr/>
          </p:nvGraphicFramePr>
          <p:xfrm>
            <a:off x="1076" y="1456"/>
            <a:ext cx="1536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04" name="公式" r:id="rId7" imgW="2433640" imgH="542799" progId="Equation.3">
                    <p:embed/>
                  </p:oleObj>
                </mc:Choice>
                <mc:Fallback>
                  <p:oleObj name="公式" r:id="rId7" imgW="2433640" imgH="542799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76" y="1456"/>
                          <a:ext cx="1536" cy="3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 type="none" w="sm" len="sm"/>
                              <a:tailEnd type="none" w="sm" len="sm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45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62659580"/>
                </p:ext>
              </p:extLst>
            </p:nvPr>
          </p:nvGraphicFramePr>
          <p:xfrm>
            <a:off x="3526" y="1539"/>
            <a:ext cx="183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05" name="Equation" r:id="rId9" imgW="285662" imgH="390655" progId="Equation.3">
                    <p:embed/>
                  </p:oleObj>
                </mc:Choice>
                <mc:Fallback>
                  <p:oleObj name="Equation" r:id="rId9" imgW="285662" imgH="390655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26" y="1539"/>
                          <a:ext cx="183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7836" name="Group 12"/>
          <p:cNvGrpSpPr>
            <a:grpSpLocks/>
          </p:cNvGrpSpPr>
          <p:nvPr/>
        </p:nvGrpSpPr>
        <p:grpSpPr bwMode="auto">
          <a:xfrm>
            <a:off x="468313" y="2997200"/>
            <a:ext cx="8342312" cy="1343025"/>
            <a:chOff x="1269" y="2025"/>
            <a:chExt cx="5255" cy="846"/>
          </a:xfrm>
        </p:grpSpPr>
        <p:sp>
          <p:nvSpPr>
            <p:cNvPr id="18440" name="Text Box 13"/>
            <p:cNvSpPr txBox="1">
              <a:spLocks noChangeArrowheads="1"/>
            </p:cNvSpPr>
            <p:nvPr/>
          </p:nvSpPr>
          <p:spPr bwMode="auto">
            <a:xfrm>
              <a:off x="1269" y="2025"/>
              <a:ext cx="525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9pPr>
            </a:lstStyle>
            <a:p>
              <a:pPr eaLnBrk="1" hangingPunct="1"/>
              <a:r>
                <a:rPr lang="en-US" altLang="zh-CN" sz="2800" dirty="0"/>
                <a:t>3</a:t>
              </a:r>
              <a:r>
                <a:rPr lang="zh-CN" altLang="en-US" sz="2800" dirty="0"/>
                <a:t>、将第二步骤中的</a:t>
              </a:r>
              <a:r>
                <a:rPr lang="en-US" altLang="en-US" sz="2800" i="1" dirty="0"/>
                <a:t>y</a:t>
              </a:r>
              <a:r>
                <a:rPr lang="zh-CN" altLang="en-US" sz="2800" dirty="0"/>
                <a:t>及    代入方程</a:t>
              </a:r>
              <a:r>
                <a:rPr lang="zh-CN" altLang="en-US" sz="2800" dirty="0">
                  <a:solidFill>
                    <a:srgbClr val="FFFF00"/>
                  </a:solidFill>
                </a:rPr>
                <a:t>非齐次方程</a:t>
              </a:r>
              <a:r>
                <a:rPr lang="zh-CN" altLang="en-US" sz="2800" dirty="0"/>
                <a:t>，解出</a:t>
              </a:r>
            </a:p>
          </p:txBody>
        </p:sp>
        <p:graphicFrame>
          <p:nvGraphicFramePr>
            <p:cNvPr id="18441" name="Object 14"/>
            <p:cNvGraphicFramePr>
              <a:graphicFrameLocks noChangeAspect="1"/>
            </p:cNvGraphicFramePr>
            <p:nvPr/>
          </p:nvGraphicFramePr>
          <p:xfrm>
            <a:off x="1912" y="2512"/>
            <a:ext cx="2360" cy="3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06" name="公式" r:id="rId11" imgW="3743176" imgH="566902" progId="Equation.3">
                    <p:embed/>
                  </p:oleObj>
                </mc:Choice>
                <mc:Fallback>
                  <p:oleObj name="公式" r:id="rId11" imgW="3743176" imgH="566902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12" y="2512"/>
                          <a:ext cx="2360" cy="3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42" name="Object 15"/>
            <p:cNvGraphicFramePr>
              <a:graphicFrameLocks noChangeAspect="1"/>
            </p:cNvGraphicFramePr>
            <p:nvPr/>
          </p:nvGraphicFramePr>
          <p:xfrm>
            <a:off x="3561" y="2064"/>
            <a:ext cx="183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07" name="公式" r:id="rId13" imgW="285662" imgH="390655" progId="Equation.3">
                    <p:embed/>
                  </p:oleObj>
                </mc:Choice>
                <mc:Fallback>
                  <p:oleObj name="公式" r:id="rId13" imgW="285662" imgH="390655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1" y="2064"/>
                          <a:ext cx="183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7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7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7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30213"/>
            <a:ext cx="2667000" cy="661987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2800" b="1" dirty="0" smtClean="0">
                <a:solidFill>
                  <a:srgbClr val="FFC000"/>
                </a:solidFill>
                <a:ea typeface="楷体_GB2312" pitchFamily="49" charset="-122"/>
              </a:rPr>
              <a:t>例</a:t>
            </a:r>
            <a:r>
              <a:rPr lang="en-US" altLang="zh-CN" sz="2800" b="1" dirty="0" smtClean="0">
                <a:solidFill>
                  <a:srgbClr val="FFC000"/>
                </a:solidFill>
                <a:ea typeface="楷体_GB2312" pitchFamily="49" charset="-122"/>
              </a:rPr>
              <a:t>5. </a:t>
            </a:r>
            <a:r>
              <a:rPr lang="zh-CN" altLang="en-US" sz="2800" dirty="0">
                <a:solidFill>
                  <a:schemeClr val="tx1"/>
                </a:solidFill>
                <a:ea typeface="楷体_GB2312" pitchFamily="49" charset="-122"/>
              </a:rPr>
              <a:t>解方程</a:t>
            </a:r>
            <a:r>
              <a:rPr lang="zh-CN" altLang="en-US" sz="2800" dirty="0">
                <a:ea typeface="楷体_GB2312" pitchFamily="49" charset="-122"/>
              </a:rPr>
              <a:t> </a:t>
            </a:r>
          </a:p>
        </p:txBody>
      </p:sp>
      <p:graphicFrame>
        <p:nvGraphicFramePr>
          <p:cNvPr id="19459" name="Object 3"/>
          <p:cNvGraphicFramePr>
            <a:graphicFrameLocks noChangeAspect="1"/>
          </p:cNvGraphicFramePr>
          <p:nvPr/>
        </p:nvGraphicFramePr>
        <p:xfrm>
          <a:off x="2778125" y="304800"/>
          <a:ext cx="3211513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8" name="Equation" r:id="rId3" imgW="3209940" imgH="923914" progId="Equation.3">
                  <p:embed/>
                </p:oleObj>
              </mc:Choice>
              <mc:Fallback>
                <p:oleObj name="Equation" r:id="rId3" imgW="3209940" imgH="923914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8125" y="304800"/>
                        <a:ext cx="3211513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9" name="Text Box 5"/>
          <p:cNvSpPr txBox="1">
            <a:spLocks noChangeArrowheads="1"/>
          </p:cNvSpPr>
          <p:nvPr/>
        </p:nvSpPr>
        <p:spPr bwMode="auto">
          <a:xfrm>
            <a:off x="685800" y="1511300"/>
            <a:ext cx="1905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chemeClr val="tx2"/>
                </a:solidFill>
              </a:rPr>
              <a:t>解</a:t>
            </a:r>
            <a:r>
              <a:rPr lang="en-US" altLang="zh-CN" sz="2800" b="1">
                <a:solidFill>
                  <a:schemeClr val="tx2"/>
                </a:solidFill>
              </a:rPr>
              <a:t>:  </a:t>
            </a:r>
            <a:r>
              <a:rPr lang="zh-CN" altLang="en-US" sz="2800"/>
              <a:t>先解</a:t>
            </a:r>
          </a:p>
        </p:txBody>
      </p:sp>
      <p:graphicFrame>
        <p:nvGraphicFramePr>
          <p:cNvPr id="11270" name="Object 6"/>
          <p:cNvGraphicFramePr>
            <a:graphicFrameLocks noChangeAspect="1"/>
          </p:cNvGraphicFramePr>
          <p:nvPr/>
        </p:nvGraphicFramePr>
        <p:xfrm>
          <a:off x="2362200" y="1320800"/>
          <a:ext cx="21590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9" name="Equation" r:id="rId5" imgW="2152489" imgH="923914" progId="Equation.3">
                  <p:embed/>
                </p:oleObj>
              </mc:Choice>
              <mc:Fallback>
                <p:oleObj name="Equation" r:id="rId5" imgW="2152489" imgH="923914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1320800"/>
                        <a:ext cx="21590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1" name="Text Box 7"/>
          <p:cNvSpPr txBox="1">
            <a:spLocks noChangeArrowheads="1"/>
          </p:cNvSpPr>
          <p:nvPr/>
        </p:nvSpPr>
        <p:spPr bwMode="auto">
          <a:xfrm>
            <a:off x="4572000" y="1482725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/>
              <a:t>即</a:t>
            </a:r>
            <a:endParaRPr lang="zh-CN" altLang="en-US" sz="2800">
              <a:ea typeface="仿宋_GB2312" pitchFamily="49" charset="-122"/>
            </a:endParaRPr>
          </a:p>
        </p:txBody>
      </p:sp>
      <p:graphicFrame>
        <p:nvGraphicFramePr>
          <p:cNvPr id="11272" name="Object 8"/>
          <p:cNvGraphicFramePr>
            <a:graphicFrameLocks noChangeAspect="1"/>
          </p:cNvGraphicFramePr>
          <p:nvPr/>
        </p:nvGraphicFramePr>
        <p:xfrm>
          <a:off x="5170488" y="1308100"/>
          <a:ext cx="14859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70" name="Equation" r:id="rId7" imgW="1480932" imgH="923914" progId="Equation.3">
                  <p:embed/>
                </p:oleObj>
              </mc:Choice>
              <mc:Fallback>
                <p:oleObj name="Equation" r:id="rId7" imgW="1480932" imgH="923914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0488" y="1308100"/>
                        <a:ext cx="14859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3" name="Text Box 9"/>
          <p:cNvSpPr txBox="1">
            <a:spLocks noChangeArrowheads="1"/>
          </p:cNvSpPr>
          <p:nvPr/>
        </p:nvSpPr>
        <p:spPr bwMode="auto">
          <a:xfrm>
            <a:off x="304800" y="2235200"/>
            <a:ext cx="1752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/>
              <a:t>积分得</a:t>
            </a:r>
          </a:p>
        </p:txBody>
      </p:sp>
      <p:graphicFrame>
        <p:nvGraphicFramePr>
          <p:cNvPr id="11275" name="Object 11"/>
          <p:cNvGraphicFramePr>
            <a:graphicFrameLocks noChangeAspect="1"/>
          </p:cNvGraphicFramePr>
          <p:nvPr/>
        </p:nvGraphicFramePr>
        <p:xfrm>
          <a:off x="1587500" y="2311400"/>
          <a:ext cx="3897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71" name="Equation" r:id="rId9" imgW="3895529" imgH="466476" progId="Equation.3">
                  <p:embed/>
                </p:oleObj>
              </mc:Choice>
              <mc:Fallback>
                <p:oleObj name="Equation" r:id="rId9" imgW="3895529" imgH="466476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500" y="2311400"/>
                        <a:ext cx="3897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6" name="Text Box 12"/>
          <p:cNvSpPr txBox="1">
            <a:spLocks noChangeArrowheads="1"/>
          </p:cNvSpPr>
          <p:nvPr/>
        </p:nvSpPr>
        <p:spPr bwMode="auto">
          <a:xfrm>
            <a:off x="5486400" y="2249488"/>
            <a:ext cx="106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/>
              <a:t>即</a:t>
            </a:r>
          </a:p>
        </p:txBody>
      </p:sp>
      <p:graphicFrame>
        <p:nvGraphicFramePr>
          <p:cNvPr id="11277" name="Object 13"/>
          <p:cNvGraphicFramePr>
            <a:graphicFrameLocks noChangeAspect="1"/>
          </p:cNvGraphicFramePr>
          <p:nvPr/>
        </p:nvGraphicFramePr>
        <p:xfrm>
          <a:off x="6019800" y="2260600"/>
          <a:ext cx="1930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72" name="Equation" r:id="rId11" imgW="1923959" imgH="504638" progId="Equation.3">
                  <p:embed/>
                </p:oleObj>
              </mc:Choice>
              <mc:Fallback>
                <p:oleObj name="Equation" r:id="rId11" imgW="1923959" imgH="504638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2260600"/>
                        <a:ext cx="19304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8" name="Text Box 14"/>
          <p:cNvSpPr txBox="1">
            <a:spLocks noChangeArrowheads="1"/>
          </p:cNvSpPr>
          <p:nvPr/>
        </p:nvSpPr>
        <p:spPr bwMode="auto">
          <a:xfrm>
            <a:off x="661988" y="2862263"/>
            <a:ext cx="525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/>
              <a:t>用</a:t>
            </a:r>
            <a:r>
              <a:rPr lang="zh-CN" altLang="en-US" sz="2800" b="1">
                <a:solidFill>
                  <a:schemeClr val="tx2"/>
                </a:solidFill>
              </a:rPr>
              <a:t>常数变易法</a:t>
            </a:r>
            <a:r>
              <a:rPr lang="zh-CN" altLang="en-US" sz="2800"/>
              <a:t>求特解</a:t>
            </a:r>
            <a:r>
              <a:rPr lang="en-US" altLang="zh-CN" sz="2800"/>
              <a:t>.  </a:t>
            </a:r>
            <a:r>
              <a:rPr lang="zh-CN" altLang="en-US" sz="2800"/>
              <a:t>令</a:t>
            </a:r>
          </a:p>
        </p:txBody>
      </p:sp>
      <p:graphicFrame>
        <p:nvGraphicFramePr>
          <p:cNvPr id="11279" name="Object 15"/>
          <p:cNvGraphicFramePr>
            <a:graphicFrameLocks noChangeAspect="1"/>
          </p:cNvGraphicFramePr>
          <p:nvPr/>
        </p:nvGraphicFramePr>
        <p:xfrm>
          <a:off x="4648200" y="2803525"/>
          <a:ext cx="265271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73" name="Equation" r:id="rId13" imgW="2648138" imgH="504638" progId="Equation.3">
                  <p:embed/>
                </p:oleObj>
              </mc:Choice>
              <mc:Fallback>
                <p:oleObj name="Equation" r:id="rId13" imgW="2648138" imgH="504638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2803525"/>
                        <a:ext cx="2652713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0" name="Text Box 16"/>
          <p:cNvSpPr txBox="1">
            <a:spLocks noChangeArrowheads="1"/>
          </p:cNvSpPr>
          <p:nvPr/>
        </p:nvSpPr>
        <p:spPr bwMode="auto">
          <a:xfrm>
            <a:off x="7315200" y="2768600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/>
              <a:t>则</a:t>
            </a:r>
          </a:p>
        </p:txBody>
      </p:sp>
      <p:graphicFrame>
        <p:nvGraphicFramePr>
          <p:cNvPr id="11281" name="Object 17"/>
          <p:cNvGraphicFramePr>
            <a:graphicFrameLocks noChangeAspect="1"/>
          </p:cNvGraphicFramePr>
          <p:nvPr/>
        </p:nvGraphicFramePr>
        <p:xfrm>
          <a:off x="2209800" y="3378200"/>
          <a:ext cx="408781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74" name="Equation" r:id="rId15" imgW="4086471" imgH="504638" progId="Equation.3">
                  <p:embed/>
                </p:oleObj>
              </mc:Choice>
              <mc:Fallback>
                <p:oleObj name="Equation" r:id="rId15" imgW="4086471" imgH="504638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3378200"/>
                        <a:ext cx="4087813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3" name="Text Box 19"/>
          <p:cNvSpPr txBox="1">
            <a:spLocks noChangeArrowheads="1"/>
          </p:cNvSpPr>
          <p:nvPr/>
        </p:nvSpPr>
        <p:spPr bwMode="auto">
          <a:xfrm>
            <a:off x="655638" y="4038600"/>
            <a:ext cx="3200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/>
              <a:t>代入非齐次方程得</a:t>
            </a:r>
          </a:p>
        </p:txBody>
      </p:sp>
      <p:graphicFrame>
        <p:nvGraphicFramePr>
          <p:cNvPr id="11284" name="Object 20"/>
          <p:cNvGraphicFramePr>
            <a:graphicFrameLocks noChangeAspect="1"/>
          </p:cNvGraphicFramePr>
          <p:nvPr/>
        </p:nvGraphicFramePr>
        <p:xfrm>
          <a:off x="3973513" y="3911600"/>
          <a:ext cx="18923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75" name="Equation" r:id="rId17" imgW="1885871" imgH="628663" progId="Equation.3">
                  <p:embed/>
                </p:oleObj>
              </mc:Choice>
              <mc:Fallback>
                <p:oleObj name="Equation" r:id="rId17" imgW="1885871" imgH="628663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3513" y="3911600"/>
                        <a:ext cx="189230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5" name="Text Box 21"/>
          <p:cNvSpPr txBox="1">
            <a:spLocks noChangeArrowheads="1"/>
          </p:cNvSpPr>
          <p:nvPr/>
        </p:nvSpPr>
        <p:spPr bwMode="auto">
          <a:xfrm>
            <a:off x="655638" y="4749800"/>
            <a:ext cx="13858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/>
              <a:t>解得</a:t>
            </a:r>
          </a:p>
        </p:txBody>
      </p:sp>
      <p:graphicFrame>
        <p:nvGraphicFramePr>
          <p:cNvPr id="11286" name="Object 22"/>
          <p:cNvGraphicFramePr>
            <a:graphicFrameLocks noChangeAspect="1"/>
          </p:cNvGraphicFramePr>
          <p:nvPr/>
        </p:nvGraphicFramePr>
        <p:xfrm>
          <a:off x="4084638" y="4597400"/>
          <a:ext cx="2703512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76" name="Equation" r:id="rId19" imgW="2700258" imgH="847591" progId="Equation.3">
                  <p:embed/>
                </p:oleObj>
              </mc:Choice>
              <mc:Fallback>
                <p:oleObj name="Equation" r:id="rId19" imgW="2700258" imgH="847591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4638" y="4597400"/>
                        <a:ext cx="2703512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7" name="Text Box 23"/>
          <p:cNvSpPr txBox="1">
            <a:spLocks noChangeArrowheads="1"/>
          </p:cNvSpPr>
          <p:nvPr/>
        </p:nvSpPr>
        <p:spPr bwMode="auto">
          <a:xfrm>
            <a:off x="690563" y="5588000"/>
            <a:ext cx="35480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/>
              <a:t>故原方程通解为</a:t>
            </a:r>
          </a:p>
        </p:txBody>
      </p:sp>
      <p:graphicFrame>
        <p:nvGraphicFramePr>
          <p:cNvPr id="11288" name="Object 24"/>
          <p:cNvGraphicFramePr>
            <a:graphicFrameLocks noChangeAspect="1"/>
          </p:cNvGraphicFramePr>
          <p:nvPr/>
        </p:nvGraphicFramePr>
        <p:xfrm>
          <a:off x="3440113" y="5435600"/>
          <a:ext cx="4227512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77" name="Equation" r:id="rId21" imgW="4224291" imgH="885752" progId="Equation.3">
                  <p:embed/>
                </p:oleObj>
              </mc:Choice>
              <mc:Fallback>
                <p:oleObj name="Equation" r:id="rId21" imgW="4224291" imgH="885752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0113" y="5435600"/>
                        <a:ext cx="4227512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1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1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1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1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1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1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1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1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1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9" grpId="0" autoUpdateAnimBg="0"/>
      <p:bldP spid="11271" grpId="0" autoUpdateAnimBg="0"/>
      <p:bldP spid="11273" grpId="0" autoUpdateAnimBg="0"/>
      <p:bldP spid="11276" grpId="0" autoUpdateAnimBg="0"/>
      <p:bldP spid="11278" grpId="0" autoUpdateAnimBg="0"/>
      <p:bldP spid="11280" grpId="0" autoUpdateAnimBg="0"/>
      <p:bldP spid="11283" grpId="0" autoUpdateAnimBg="0"/>
      <p:bldP spid="11285" grpId="0" autoUpdateAnimBg="0"/>
      <p:bldP spid="11287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2" name="Object 2"/>
          <p:cNvGraphicFramePr>
            <a:graphicFrameLocks noChangeAspect="1"/>
          </p:cNvGraphicFramePr>
          <p:nvPr/>
        </p:nvGraphicFramePr>
        <p:xfrm>
          <a:off x="1589088" y="363538"/>
          <a:ext cx="4854575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4" name="Equation" r:id="rId3" imgW="1923959" imgH="390655" progId="Equation.DSMT4">
                  <p:embed/>
                </p:oleObj>
              </mc:Choice>
              <mc:Fallback>
                <p:oleObj name="Equation" r:id="rId3" imgW="1923959" imgH="390655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9088" y="363538"/>
                        <a:ext cx="4854575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1" name="Object 3"/>
          <p:cNvGraphicFramePr>
            <a:graphicFrameLocks noChangeAspect="1"/>
          </p:cNvGraphicFramePr>
          <p:nvPr/>
        </p:nvGraphicFramePr>
        <p:xfrm>
          <a:off x="1619250" y="1385888"/>
          <a:ext cx="1498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5" name="公式" r:id="rId5" imgW="1495466" imgH="833531" progId="Equation.3">
                  <p:embed/>
                </p:oleObj>
              </mc:Choice>
              <mc:Fallback>
                <p:oleObj name="公式" r:id="rId5" imgW="1495466" imgH="833531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1385888"/>
                        <a:ext cx="14986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2" name="Object 4"/>
          <p:cNvGraphicFramePr>
            <a:graphicFrameLocks noChangeAspect="1"/>
          </p:cNvGraphicFramePr>
          <p:nvPr/>
        </p:nvGraphicFramePr>
        <p:xfrm>
          <a:off x="3492500" y="1385888"/>
          <a:ext cx="2074863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6" name="公式" r:id="rId7" imgW="1962047" imgH="833531" progId="Equation.3">
                  <p:embed/>
                </p:oleObj>
              </mc:Choice>
              <mc:Fallback>
                <p:oleObj name="公式" r:id="rId7" imgW="1962047" imgH="833531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1385888"/>
                        <a:ext cx="2074863" cy="88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3" name="Object 5"/>
          <p:cNvGraphicFramePr>
            <a:graphicFrameLocks noChangeAspect="1"/>
          </p:cNvGraphicFramePr>
          <p:nvPr/>
        </p:nvGraphicFramePr>
        <p:xfrm>
          <a:off x="1476375" y="2322513"/>
          <a:ext cx="5113338" cy="1216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7" name="Equation" r:id="rId9" imgW="2028702" imgH="476017" progId="Equation.DSMT4">
                  <p:embed/>
                </p:oleObj>
              </mc:Choice>
              <mc:Fallback>
                <p:oleObj name="Equation" r:id="rId9" imgW="2028702" imgH="476017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2322513"/>
                        <a:ext cx="5113338" cy="1216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4" name="Object 6"/>
          <p:cNvGraphicFramePr>
            <a:graphicFrameLocks noChangeAspect="1"/>
          </p:cNvGraphicFramePr>
          <p:nvPr/>
        </p:nvGraphicFramePr>
        <p:xfrm>
          <a:off x="1835150" y="3546475"/>
          <a:ext cx="424815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8" name="Equation" r:id="rId11" imgW="1709963" imgH="428817" progId="Equation.DSMT4">
                  <p:embed/>
                </p:oleObj>
              </mc:Choice>
              <mc:Fallback>
                <p:oleObj name="Equation" r:id="rId11" imgW="1709963" imgH="428817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3546475"/>
                        <a:ext cx="424815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5" name="Object 7"/>
          <p:cNvGraphicFramePr>
            <a:graphicFrameLocks noChangeAspect="1"/>
          </p:cNvGraphicFramePr>
          <p:nvPr/>
        </p:nvGraphicFramePr>
        <p:xfrm>
          <a:off x="1835150" y="4625975"/>
          <a:ext cx="2735263" cy="89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9" name="Equation" r:id="rId13" imgW="1200282" imgH="390655" progId="Equation.DSMT4">
                  <p:embed/>
                </p:oleObj>
              </mc:Choice>
              <mc:Fallback>
                <p:oleObj name="Equation" r:id="rId13" imgW="1200282" imgH="390655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4625975"/>
                        <a:ext cx="2735263" cy="890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6" name="Object 8"/>
          <p:cNvGraphicFramePr>
            <a:graphicFrameLocks noChangeAspect="1"/>
          </p:cNvGraphicFramePr>
          <p:nvPr/>
        </p:nvGraphicFramePr>
        <p:xfrm>
          <a:off x="4572000" y="4598988"/>
          <a:ext cx="2447925" cy="912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0" name="Equation" r:id="rId15" imgW="1047929" imgH="390655" progId="Equation.DSMT4">
                  <p:embed/>
                </p:oleObj>
              </mc:Choice>
              <mc:Fallback>
                <p:oleObj name="Equation" r:id="rId15" imgW="1047929" imgH="390655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4598988"/>
                        <a:ext cx="2447925" cy="912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37" name="Text Box 9"/>
          <p:cNvSpPr txBox="1">
            <a:spLocks noChangeArrowheads="1"/>
          </p:cNvSpPr>
          <p:nvPr/>
        </p:nvSpPr>
        <p:spPr bwMode="auto">
          <a:xfrm>
            <a:off x="611188" y="1530350"/>
            <a:ext cx="68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chemeClr val="tx2"/>
                </a:solidFill>
              </a:rPr>
              <a:t>解： </a:t>
            </a:r>
          </a:p>
        </p:txBody>
      </p:sp>
      <p:sp>
        <p:nvSpPr>
          <p:cNvPr id="20490" name="Text Box 10"/>
          <p:cNvSpPr txBox="1">
            <a:spLocks noChangeArrowheads="1"/>
          </p:cNvSpPr>
          <p:nvPr/>
        </p:nvSpPr>
        <p:spPr bwMode="auto">
          <a:xfrm>
            <a:off x="714375" y="575202"/>
            <a:ext cx="1524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FFC000"/>
                </a:solidFill>
                <a:latin typeface="+mj-lt"/>
                <a:ea typeface="楷体_GB2312" pitchFamily="49" charset="-122"/>
                <a:cs typeface="+mj-cs"/>
              </a:rPr>
              <a:t>例</a:t>
            </a:r>
            <a:r>
              <a:rPr lang="en-US" altLang="zh-CN" sz="2800" b="1" dirty="0">
                <a:solidFill>
                  <a:srgbClr val="FFC000"/>
                </a:solidFill>
                <a:latin typeface="+mj-lt"/>
                <a:ea typeface="楷体_GB2312" pitchFamily="49" charset="-122"/>
                <a:cs typeface="+mj-cs"/>
              </a:rPr>
              <a:t>6.</a:t>
            </a:r>
          </a:p>
        </p:txBody>
      </p:sp>
      <p:graphicFrame>
        <p:nvGraphicFramePr>
          <p:cNvPr id="73739" name="Object 11"/>
          <p:cNvGraphicFramePr>
            <a:graphicFrameLocks noChangeAspect="1"/>
          </p:cNvGraphicFramePr>
          <p:nvPr/>
        </p:nvGraphicFramePr>
        <p:xfrm>
          <a:off x="1908175" y="5589588"/>
          <a:ext cx="5484813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1" name="Equation" r:id="rId17" imgW="5457649" imgH="818969" progId="Equation.DSMT4">
                  <p:embed/>
                </p:oleObj>
              </mc:Choice>
              <mc:Fallback>
                <p:oleObj name="Equation" r:id="rId17" imgW="5457649" imgH="818969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5589588"/>
                        <a:ext cx="5484813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3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3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3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3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3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3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3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3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7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395288" y="1325563"/>
            <a:ext cx="8985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FFC000"/>
                </a:solidFill>
                <a:latin typeface="楷体_GB2312" pitchFamily="49" charset="-122"/>
              </a:rPr>
              <a:t>解</a:t>
            </a:r>
            <a:r>
              <a:rPr lang="zh-CN" altLang="en-US" sz="2800" b="1" dirty="0">
                <a:latin typeface="楷体_GB2312" pitchFamily="49" charset="-122"/>
              </a:rPr>
              <a:t>：</a:t>
            </a:r>
          </a:p>
        </p:txBody>
      </p:sp>
      <p:sp>
        <p:nvSpPr>
          <p:cNvPr id="74755" name="Text Box 3"/>
          <p:cNvSpPr txBox="1">
            <a:spLocks noChangeArrowheads="1"/>
          </p:cNvSpPr>
          <p:nvPr/>
        </p:nvSpPr>
        <p:spPr bwMode="auto">
          <a:xfrm>
            <a:off x="990600" y="1325563"/>
            <a:ext cx="55181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/>
            <a:r>
              <a:rPr lang="zh-CN" altLang="en-US" sz="2800">
                <a:latin typeface="楷体_GB2312" pitchFamily="49" charset="-122"/>
              </a:rPr>
              <a:t>原方程所对应的齐次微分方程为：</a:t>
            </a:r>
          </a:p>
        </p:txBody>
      </p:sp>
      <p:graphicFrame>
        <p:nvGraphicFramePr>
          <p:cNvPr id="74756" name="Object 4"/>
          <p:cNvGraphicFramePr>
            <a:graphicFrameLocks noChangeAspect="1"/>
          </p:cNvGraphicFramePr>
          <p:nvPr/>
        </p:nvGraphicFramePr>
        <p:xfrm>
          <a:off x="6372225" y="1196975"/>
          <a:ext cx="1803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13" name="Equation" r:id="rId3" imgW="1800172" imgH="833531" progId="Equation.3">
                  <p:embed/>
                </p:oleObj>
              </mc:Choice>
              <mc:Fallback>
                <p:oleObj name="Equation" r:id="rId3" imgW="1800172" imgH="833531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25" y="1196975"/>
                        <a:ext cx="18034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57" name="Text Box 5"/>
          <p:cNvSpPr txBox="1">
            <a:spLocks noChangeArrowheads="1"/>
          </p:cNvSpPr>
          <p:nvPr/>
        </p:nvSpPr>
        <p:spPr bwMode="auto">
          <a:xfrm>
            <a:off x="1116013" y="2060575"/>
            <a:ext cx="19621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/>
            <a:r>
              <a:rPr lang="zh-CN" altLang="en-US" sz="2800">
                <a:latin typeface="楷体_GB2312" pitchFamily="49" charset="-122"/>
              </a:rPr>
              <a:t>分离变量得</a:t>
            </a:r>
          </a:p>
        </p:txBody>
      </p:sp>
      <p:graphicFrame>
        <p:nvGraphicFramePr>
          <p:cNvPr id="74758" name="Object 6"/>
          <p:cNvGraphicFramePr>
            <a:graphicFrameLocks noChangeAspect="1"/>
          </p:cNvGraphicFramePr>
          <p:nvPr/>
        </p:nvGraphicFramePr>
        <p:xfrm>
          <a:off x="3132138" y="1916113"/>
          <a:ext cx="14097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14" name="Equation" r:id="rId5" imgW="1404756" imgH="909854" progId="Equation.3">
                  <p:embed/>
                </p:oleObj>
              </mc:Choice>
              <mc:Fallback>
                <p:oleObj name="Equation" r:id="rId5" imgW="1404756" imgH="909854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1916113"/>
                        <a:ext cx="14097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59" name="Text Box 7"/>
          <p:cNvSpPr txBox="1">
            <a:spLocks noChangeArrowheads="1"/>
          </p:cNvSpPr>
          <p:nvPr/>
        </p:nvSpPr>
        <p:spPr bwMode="auto">
          <a:xfrm>
            <a:off x="4859338" y="2133600"/>
            <a:ext cx="19621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/>
            <a:r>
              <a:rPr lang="zh-CN" altLang="en-US" sz="2800">
                <a:latin typeface="楷体_GB2312" pitchFamily="49" charset="-122"/>
              </a:rPr>
              <a:t>故其通解为</a:t>
            </a:r>
          </a:p>
        </p:txBody>
      </p:sp>
      <p:graphicFrame>
        <p:nvGraphicFramePr>
          <p:cNvPr id="74760" name="Object 8"/>
          <p:cNvGraphicFramePr>
            <a:graphicFrameLocks noChangeAspect="1"/>
          </p:cNvGraphicFramePr>
          <p:nvPr/>
        </p:nvGraphicFramePr>
        <p:xfrm>
          <a:off x="6804025" y="1989138"/>
          <a:ext cx="863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15" name="Equation" r:id="rId7" imgW="857487" imgH="833531" progId="Equation.3">
                  <p:embed/>
                </p:oleObj>
              </mc:Choice>
              <mc:Fallback>
                <p:oleObj name="Equation" r:id="rId7" imgW="857487" imgH="833531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4025" y="1989138"/>
                        <a:ext cx="8636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1" name="Object 9"/>
          <p:cNvGraphicFramePr>
            <a:graphicFrameLocks noChangeAspect="1"/>
          </p:cNvGraphicFramePr>
          <p:nvPr/>
        </p:nvGraphicFramePr>
        <p:xfrm>
          <a:off x="1143000" y="2924175"/>
          <a:ext cx="1752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16" name="Equation" r:id="rId9" imgW="1748051" imgH="833531" progId="Equation.3">
                  <p:embed/>
                </p:oleObj>
              </mc:Choice>
              <mc:Fallback>
                <p:oleObj name="Equation" r:id="rId9" imgW="1748051" imgH="833531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924175"/>
                        <a:ext cx="17526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2" name="Object 10"/>
          <p:cNvGraphicFramePr>
            <a:graphicFrameLocks noChangeAspect="1"/>
          </p:cNvGraphicFramePr>
          <p:nvPr/>
        </p:nvGraphicFramePr>
        <p:xfrm>
          <a:off x="2989263" y="2946400"/>
          <a:ext cx="35306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17" name="Equation" r:id="rId11" imgW="3524168" imgH="885752" progId="Equation.3">
                  <p:embed/>
                </p:oleObj>
              </mc:Choice>
              <mc:Fallback>
                <p:oleObj name="Equation" r:id="rId11" imgW="3524168" imgH="885752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9263" y="2946400"/>
                        <a:ext cx="35306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63" name="Text Box 11"/>
          <p:cNvSpPr txBox="1">
            <a:spLocks noChangeArrowheads="1"/>
          </p:cNvSpPr>
          <p:nvPr/>
        </p:nvSpPr>
        <p:spPr bwMode="auto">
          <a:xfrm>
            <a:off x="914400" y="4051300"/>
            <a:ext cx="2673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/>
            <a:r>
              <a:rPr lang="zh-CN" altLang="en-US" sz="2800">
                <a:latin typeface="楷体_GB2312" pitchFamily="49" charset="-122"/>
              </a:rPr>
              <a:t>代入原方程，得</a:t>
            </a:r>
          </a:p>
        </p:txBody>
      </p:sp>
      <p:graphicFrame>
        <p:nvGraphicFramePr>
          <p:cNvPr id="21516" name="Object 12"/>
          <p:cNvGraphicFramePr>
            <a:graphicFrameLocks noChangeAspect="1"/>
          </p:cNvGraphicFramePr>
          <p:nvPr/>
        </p:nvGraphicFramePr>
        <p:xfrm>
          <a:off x="1589088" y="363538"/>
          <a:ext cx="4854575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18" name="Equation" r:id="rId13" imgW="1923959" imgH="390655" progId="Equation.DSMT4">
                  <p:embed/>
                </p:oleObj>
              </mc:Choice>
              <mc:Fallback>
                <p:oleObj name="Equation" r:id="rId13" imgW="1923959" imgH="390655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9088" y="363538"/>
                        <a:ext cx="4854575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6" name="Object 14"/>
          <p:cNvGraphicFramePr>
            <a:graphicFrameLocks noChangeAspect="1"/>
          </p:cNvGraphicFramePr>
          <p:nvPr/>
        </p:nvGraphicFramePr>
        <p:xfrm>
          <a:off x="3635375" y="3979863"/>
          <a:ext cx="44450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19" name="Equation" r:id="rId15" imgW="4438788" imgH="885752" progId="Equation.3">
                  <p:embed/>
                </p:oleObj>
              </mc:Choice>
              <mc:Fallback>
                <p:oleObj name="Equation" r:id="rId15" imgW="4438788" imgH="885752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3979863"/>
                        <a:ext cx="44450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7" name="Object 15"/>
          <p:cNvGraphicFramePr>
            <a:graphicFrameLocks noChangeAspect="1"/>
          </p:cNvGraphicFramePr>
          <p:nvPr/>
        </p:nvGraphicFramePr>
        <p:xfrm>
          <a:off x="1116013" y="4941888"/>
          <a:ext cx="22606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20" name="Equation" r:id="rId17" imgW="2257232" imgH="466476" progId="Equation.3">
                  <p:embed/>
                </p:oleObj>
              </mc:Choice>
              <mc:Fallback>
                <p:oleObj name="Equation" r:id="rId17" imgW="2257232" imgH="466476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4941888"/>
                        <a:ext cx="22606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8" name="Object 16"/>
          <p:cNvGraphicFramePr>
            <a:graphicFrameLocks noChangeAspect="1"/>
          </p:cNvGraphicFramePr>
          <p:nvPr/>
        </p:nvGraphicFramePr>
        <p:xfrm>
          <a:off x="3708400" y="5013325"/>
          <a:ext cx="2552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21" name="Equation" r:id="rId19" imgW="2547905" imgH="390655" progId="Equation.3">
                  <p:embed/>
                </p:oleObj>
              </mc:Choice>
              <mc:Fallback>
                <p:oleObj name="Equation" r:id="rId19" imgW="2547905" imgH="390655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5013325"/>
                        <a:ext cx="25527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69" name="Text Box 17"/>
          <p:cNvSpPr txBox="1">
            <a:spLocks noChangeArrowheads="1"/>
          </p:cNvSpPr>
          <p:nvPr/>
        </p:nvSpPr>
        <p:spPr bwMode="auto">
          <a:xfrm>
            <a:off x="684213" y="5661025"/>
            <a:ext cx="51625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/>
            <a:r>
              <a:rPr lang="zh-CN" altLang="en-US" sz="2800">
                <a:latin typeface="楷体_GB2312" pitchFamily="49" charset="-122"/>
              </a:rPr>
              <a:t>故所求非齐次微分方程的通解为</a:t>
            </a:r>
          </a:p>
        </p:txBody>
      </p:sp>
      <p:graphicFrame>
        <p:nvGraphicFramePr>
          <p:cNvPr id="74770" name="Object 18"/>
          <p:cNvGraphicFramePr>
            <a:graphicFrameLocks noChangeAspect="1"/>
          </p:cNvGraphicFramePr>
          <p:nvPr/>
        </p:nvGraphicFramePr>
        <p:xfrm>
          <a:off x="5756275" y="5453063"/>
          <a:ext cx="2776538" cy="855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22" name="Equation" r:id="rId21" imgW="2714792" imgH="833531" progId="Equation.3">
                  <p:embed/>
                </p:oleObj>
              </mc:Choice>
              <mc:Fallback>
                <p:oleObj name="Equation" r:id="rId21" imgW="2714792" imgH="833531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6275" y="5453063"/>
                        <a:ext cx="2776538" cy="855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10"/>
          <p:cNvSpPr txBox="1">
            <a:spLocks noChangeArrowheads="1"/>
          </p:cNvSpPr>
          <p:nvPr/>
        </p:nvSpPr>
        <p:spPr bwMode="auto">
          <a:xfrm>
            <a:off x="714375" y="575202"/>
            <a:ext cx="1524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FFC000"/>
                </a:solidFill>
                <a:latin typeface="+mj-lt"/>
                <a:ea typeface="楷体_GB2312" pitchFamily="49" charset="-122"/>
                <a:cs typeface="+mj-cs"/>
              </a:rPr>
              <a:t>例</a:t>
            </a:r>
            <a:r>
              <a:rPr lang="en-US" altLang="zh-CN" sz="2800" b="1" dirty="0">
                <a:solidFill>
                  <a:srgbClr val="FFC000"/>
                </a:solidFill>
                <a:latin typeface="+mj-lt"/>
                <a:ea typeface="楷体_GB2312" pitchFamily="49" charset="-122"/>
                <a:cs typeface="+mj-cs"/>
              </a:rPr>
              <a:t>6.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4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4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4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4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4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4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4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4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4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4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4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74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74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74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5" grpId="0" autoUpdateAnimBg="0"/>
      <p:bldP spid="74757" grpId="0" autoUpdateAnimBg="0"/>
      <p:bldP spid="74759" grpId="0" autoUpdateAnimBg="0"/>
      <p:bldP spid="74763" grpId="0" autoUpdateAnimBg="0"/>
      <p:bldP spid="74769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3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8286235"/>
              </p:ext>
            </p:extLst>
          </p:nvPr>
        </p:nvGraphicFramePr>
        <p:xfrm>
          <a:off x="683568" y="534194"/>
          <a:ext cx="5761038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12" name="Equation" r:id="rId3" imgW="2342930" imgH="223949" progId="Equation.DSMT4">
                  <p:embed/>
                </p:oleObj>
              </mc:Choice>
              <mc:Fallback>
                <p:oleObj name="Equation" r:id="rId3" imgW="2342930" imgH="223949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534194"/>
                        <a:ext cx="5761038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51" name="Object 3"/>
          <p:cNvGraphicFramePr>
            <a:graphicFrameLocks noChangeAspect="1"/>
          </p:cNvGraphicFramePr>
          <p:nvPr/>
        </p:nvGraphicFramePr>
        <p:xfrm>
          <a:off x="468313" y="1268413"/>
          <a:ext cx="5256212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13" name="Equation" r:id="rId5" imgW="2152489" imgH="414255" progId="Equation.DSMT4">
                  <p:embed/>
                </p:oleObj>
              </mc:Choice>
              <mc:Fallback>
                <p:oleObj name="Equation" r:id="rId5" imgW="2152489" imgH="414255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1268413"/>
                        <a:ext cx="5256212" cy="101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53" name="Object 5"/>
          <p:cNvGraphicFramePr>
            <a:graphicFrameLocks noChangeAspect="1"/>
          </p:cNvGraphicFramePr>
          <p:nvPr/>
        </p:nvGraphicFramePr>
        <p:xfrm>
          <a:off x="971550" y="2276475"/>
          <a:ext cx="4965700" cy="215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14" name="Equation" r:id="rId7" imgW="4962502" imgH="2152619" progId="Equation.DSMT4">
                  <p:embed/>
                </p:oleObj>
              </mc:Choice>
              <mc:Fallback>
                <p:oleObj name="Equation" r:id="rId7" imgW="4962502" imgH="2152619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276475"/>
                        <a:ext cx="4965700" cy="215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58" name="Text Box 10"/>
          <p:cNvSpPr txBox="1">
            <a:spLocks noChangeArrowheads="1"/>
          </p:cNvSpPr>
          <p:nvPr/>
        </p:nvSpPr>
        <p:spPr bwMode="auto">
          <a:xfrm>
            <a:off x="5580063" y="1412876"/>
            <a:ext cx="352844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dirty="0"/>
              <a:t>此方程不是线性的，</a:t>
            </a:r>
          </a:p>
        </p:txBody>
      </p:sp>
      <p:graphicFrame>
        <p:nvGraphicFramePr>
          <p:cNvPr id="78859" name="Object 11"/>
          <p:cNvGraphicFramePr>
            <a:graphicFrameLocks noChangeAspect="1"/>
          </p:cNvGraphicFramePr>
          <p:nvPr/>
        </p:nvGraphicFramePr>
        <p:xfrm>
          <a:off x="3779838" y="3644900"/>
          <a:ext cx="410527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15" name="Equation" r:id="rId9" imgW="1688367" imgH="215806" progId="Equation.DSMT4">
                  <p:embed/>
                </p:oleObj>
              </mc:Choice>
              <mc:Fallback>
                <p:oleObj name="Equation" r:id="rId9" imgW="1688367" imgH="215806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838" y="3644900"/>
                        <a:ext cx="4105275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60" name="Object 12"/>
          <p:cNvGraphicFramePr>
            <a:graphicFrameLocks noChangeAspect="1"/>
          </p:cNvGraphicFramePr>
          <p:nvPr/>
        </p:nvGraphicFramePr>
        <p:xfrm>
          <a:off x="6804025" y="1989138"/>
          <a:ext cx="1619250" cy="1506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16" name="Equation" r:id="rId11" imgW="719167" imgH="666825" progId="Equation.DSMT4">
                  <p:embed/>
                </p:oleObj>
              </mc:Choice>
              <mc:Fallback>
                <p:oleObj name="Equation" r:id="rId11" imgW="719167" imgH="666825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4025" y="1989138"/>
                        <a:ext cx="1619250" cy="1506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61" name="Object 13"/>
          <p:cNvGraphicFramePr>
            <a:graphicFrameLocks noChangeAspect="1"/>
          </p:cNvGraphicFramePr>
          <p:nvPr/>
        </p:nvGraphicFramePr>
        <p:xfrm>
          <a:off x="827088" y="4529138"/>
          <a:ext cx="5976937" cy="839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17" name="Equation" r:id="rId13" imgW="2342930" imgH="323872" progId="Equation.DSMT4">
                  <p:embed/>
                </p:oleObj>
              </mc:Choice>
              <mc:Fallback>
                <p:oleObj name="Equation" r:id="rId13" imgW="2342930" imgH="323872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4529138"/>
                        <a:ext cx="5976937" cy="839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62" name="Object 14"/>
          <p:cNvGraphicFramePr>
            <a:graphicFrameLocks noChangeAspect="1"/>
          </p:cNvGraphicFramePr>
          <p:nvPr/>
        </p:nvGraphicFramePr>
        <p:xfrm>
          <a:off x="1979613" y="5373688"/>
          <a:ext cx="3671887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18" name="Equation" r:id="rId15" imgW="1533554" imgH="390655" progId="Equation.DSMT4">
                  <p:embed/>
                </p:oleObj>
              </mc:Choice>
              <mc:Fallback>
                <p:oleObj name="Equation" r:id="rId15" imgW="1533554" imgH="390655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5373688"/>
                        <a:ext cx="3671887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63" name="Object 15"/>
          <p:cNvGraphicFramePr>
            <a:graphicFrameLocks noChangeAspect="1"/>
          </p:cNvGraphicFramePr>
          <p:nvPr/>
        </p:nvGraphicFramePr>
        <p:xfrm>
          <a:off x="5651500" y="5516563"/>
          <a:ext cx="2089150" cy="957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19" name="Equation" r:id="rId17" imgW="914400" imgH="419100" progId="Equation.DSMT4">
                  <p:embed/>
                </p:oleObj>
              </mc:Choice>
              <mc:Fallback>
                <p:oleObj name="Equation" r:id="rId17" imgW="914400" imgH="4191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0" y="5516563"/>
                        <a:ext cx="2089150" cy="957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64" name="Rectangle 16"/>
          <p:cNvSpPr>
            <a:spLocks noChangeArrowheads="1"/>
          </p:cNvSpPr>
          <p:nvPr/>
        </p:nvSpPr>
        <p:spPr bwMode="auto">
          <a:xfrm>
            <a:off x="6588125" y="1989138"/>
            <a:ext cx="1871663" cy="1584325"/>
          </a:xfrm>
          <a:prstGeom prst="rect">
            <a:avLst/>
          </a:prstGeom>
          <a:noFill/>
          <a:ln w="2222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8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8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8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8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8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78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8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8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8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171450"/>
            <a:ext cx="6480968" cy="865982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CN" sz="3200" b="1" dirty="0">
                <a:solidFill>
                  <a:srgbClr val="FFC000"/>
                </a:solidFill>
                <a:ea typeface="楷体_GB2312" pitchFamily="49" charset="-122"/>
              </a:rPr>
              <a:t>7.2.3 </a:t>
            </a:r>
            <a:r>
              <a:rPr lang="en-US" altLang="zh-CN" sz="3200" b="1" dirty="0" smtClean="0">
                <a:solidFill>
                  <a:srgbClr val="FFC000"/>
                </a:solidFill>
                <a:ea typeface="楷体_GB2312" pitchFamily="49" charset="-122"/>
              </a:rPr>
              <a:t> </a:t>
            </a:r>
            <a:r>
              <a:rPr lang="zh-CN" altLang="en-US" sz="3200" b="1" dirty="0" smtClean="0">
                <a:solidFill>
                  <a:srgbClr val="FFC000"/>
                </a:solidFill>
                <a:ea typeface="楷体_GB2312" pitchFamily="49" charset="-122"/>
              </a:rPr>
              <a:t>变量</a:t>
            </a:r>
            <a:r>
              <a:rPr lang="zh-CN" altLang="en-US" sz="3200" b="1" dirty="0">
                <a:solidFill>
                  <a:srgbClr val="FFC000"/>
                </a:solidFill>
                <a:ea typeface="楷体_GB2312" pitchFamily="49" charset="-122"/>
              </a:rPr>
              <a:t>代换</a:t>
            </a:r>
            <a:r>
              <a:rPr lang="en-US" altLang="zh-CN" sz="3200" b="1" dirty="0">
                <a:solidFill>
                  <a:srgbClr val="FFC000"/>
                </a:solidFill>
                <a:ea typeface="楷体_GB2312" pitchFamily="49" charset="-122"/>
              </a:rPr>
              <a:t>——</a:t>
            </a:r>
            <a:r>
              <a:rPr lang="zh-CN" altLang="en-US" sz="3200" b="1" dirty="0">
                <a:solidFill>
                  <a:srgbClr val="FFC000"/>
                </a:solidFill>
                <a:ea typeface="楷体_GB2312" pitchFamily="49" charset="-122"/>
              </a:rPr>
              <a:t>齐次方程</a:t>
            </a:r>
          </a:p>
        </p:txBody>
      </p:sp>
      <p:graphicFrame>
        <p:nvGraphicFramePr>
          <p:cNvPr id="74782" name="Object 30"/>
          <p:cNvGraphicFramePr>
            <a:graphicFrameLocks noGrp="1" noChangeAspect="1"/>
          </p:cNvGraphicFramePr>
          <p:nvPr>
            <p:ph idx="1"/>
          </p:nvPr>
        </p:nvGraphicFramePr>
        <p:xfrm>
          <a:off x="5448300" y="3719513"/>
          <a:ext cx="2216150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65" name="Equation" r:id="rId3" imgW="871520" imgH="204868" progId="Equation.DSMT4">
                  <p:embed/>
                </p:oleObj>
              </mc:Choice>
              <mc:Fallback>
                <p:oleObj name="Equation" r:id="rId3" imgW="871520" imgH="204868" progId="Equation.DSMT4">
                  <p:embed/>
                  <p:pic>
                    <p:nvPicPr>
                      <p:cNvPr id="0" name="Object 30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8300" y="3719513"/>
                        <a:ext cx="2216150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55" name="Text Box 3"/>
          <p:cNvSpPr txBox="1">
            <a:spLocks noChangeArrowheads="1"/>
          </p:cNvSpPr>
          <p:nvPr/>
        </p:nvSpPr>
        <p:spPr bwMode="auto">
          <a:xfrm>
            <a:off x="609600" y="1085850"/>
            <a:ext cx="137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 dirty="0" smtClean="0">
                <a:latin typeface="Times New Roman" panose="02020603050405020304" pitchFamily="18" charset="0"/>
                <a:ea typeface="楷体_GB2312" pitchFamily="49" charset="-122"/>
              </a:rPr>
              <a:t>1. </a:t>
            </a:r>
            <a:r>
              <a:rPr kumimoji="1" lang="zh-CN" altLang="en-US" sz="2800" dirty="0" smtClean="0">
                <a:latin typeface="Times New Roman" panose="02020603050405020304" pitchFamily="18" charset="0"/>
                <a:ea typeface="楷体_GB2312" pitchFamily="49" charset="-122"/>
              </a:rPr>
              <a:t>形</a:t>
            </a:r>
            <a:r>
              <a:rPr kumimoji="1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如</a:t>
            </a:r>
          </a:p>
        </p:txBody>
      </p:sp>
      <p:graphicFrame>
        <p:nvGraphicFramePr>
          <p:cNvPr id="7475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1067003"/>
              </p:ext>
            </p:extLst>
          </p:nvPr>
        </p:nvGraphicFramePr>
        <p:xfrm>
          <a:off x="1739311" y="926492"/>
          <a:ext cx="15494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66" name="Equation" r:id="rId5" imgW="1538065" imgH="909854" progId="Equation.3">
                  <p:embed/>
                </p:oleObj>
              </mc:Choice>
              <mc:Fallback>
                <p:oleObj name="Equation" r:id="rId5" imgW="1538065" imgH="909854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9311" y="926492"/>
                        <a:ext cx="15494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57" name="Text Box 5"/>
          <p:cNvSpPr txBox="1">
            <a:spLocks noChangeArrowheads="1"/>
          </p:cNvSpPr>
          <p:nvPr/>
        </p:nvSpPr>
        <p:spPr bwMode="auto">
          <a:xfrm>
            <a:off x="3200400" y="1100138"/>
            <a:ext cx="3962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的方程叫做</a:t>
            </a:r>
            <a:r>
              <a:rPr kumimoji="1"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齐次方程</a:t>
            </a:r>
            <a:r>
              <a:rPr kumimoji="1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74758" name="Text Box 6"/>
          <p:cNvSpPr txBox="1">
            <a:spLocks noChangeArrowheads="1"/>
          </p:cNvSpPr>
          <p:nvPr/>
        </p:nvSpPr>
        <p:spPr bwMode="auto">
          <a:xfrm>
            <a:off x="1585913" y="1978025"/>
            <a:ext cx="6175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令</a:t>
            </a:r>
          </a:p>
        </p:txBody>
      </p:sp>
      <p:graphicFrame>
        <p:nvGraphicFramePr>
          <p:cNvPr id="74759" name="Object 7"/>
          <p:cNvGraphicFramePr>
            <a:graphicFrameLocks noChangeAspect="1"/>
          </p:cNvGraphicFramePr>
          <p:nvPr/>
        </p:nvGraphicFramePr>
        <p:xfrm>
          <a:off x="2092325" y="1811338"/>
          <a:ext cx="1069975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67" name="Equation" r:id="rId7" imgW="1052439" imgH="833531" progId="Equation.3">
                  <p:embed/>
                </p:oleObj>
              </mc:Choice>
              <mc:Fallback>
                <p:oleObj name="Equation" r:id="rId7" imgW="1052439" imgH="833531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2325" y="1811338"/>
                        <a:ext cx="1069975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0" name="Object 8"/>
          <p:cNvGraphicFramePr>
            <a:graphicFrameLocks noChangeAspect="1"/>
          </p:cNvGraphicFramePr>
          <p:nvPr/>
        </p:nvGraphicFramePr>
        <p:xfrm>
          <a:off x="3270250" y="2051050"/>
          <a:ext cx="1549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68" name="Equation" r:id="rId9" imgW="1538065" imgH="414255" progId="Equation.3">
                  <p:embed/>
                </p:oleObj>
              </mc:Choice>
              <mc:Fallback>
                <p:oleObj name="Equation" r:id="rId9" imgW="1538065" imgH="414255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0250" y="2051050"/>
                        <a:ext cx="15494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61" name="Text Box 9"/>
          <p:cNvSpPr txBox="1">
            <a:spLocks noChangeArrowheads="1"/>
          </p:cNvSpPr>
          <p:nvPr/>
        </p:nvSpPr>
        <p:spPr bwMode="auto">
          <a:xfrm>
            <a:off x="820738" y="2819400"/>
            <a:ext cx="251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代入原方程得</a:t>
            </a:r>
          </a:p>
        </p:txBody>
      </p:sp>
      <p:graphicFrame>
        <p:nvGraphicFramePr>
          <p:cNvPr id="74762" name="Object 10"/>
          <p:cNvGraphicFramePr>
            <a:graphicFrameLocks noChangeAspect="1"/>
          </p:cNvGraphicFramePr>
          <p:nvPr/>
        </p:nvGraphicFramePr>
        <p:xfrm>
          <a:off x="4946650" y="1816100"/>
          <a:ext cx="21463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69" name="Equation" r:id="rId11" imgW="2128934" imgH="909854" progId="Equation.3">
                  <p:embed/>
                </p:oleObj>
              </mc:Choice>
              <mc:Fallback>
                <p:oleObj name="Equation" r:id="rId11" imgW="2128934" imgH="909854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6650" y="1816100"/>
                        <a:ext cx="21463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3" name="Object 11"/>
          <p:cNvGraphicFramePr>
            <a:graphicFrameLocks noChangeAspect="1"/>
          </p:cNvGraphicFramePr>
          <p:nvPr/>
        </p:nvGraphicFramePr>
        <p:xfrm>
          <a:off x="3287713" y="2654300"/>
          <a:ext cx="23114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70" name="Equation" r:id="rId13" imgW="2300331" imgH="909854" progId="Equation.3">
                  <p:embed/>
                </p:oleObj>
              </mc:Choice>
              <mc:Fallback>
                <p:oleObj name="Equation" r:id="rId13" imgW="2300331" imgH="909854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713" y="2654300"/>
                        <a:ext cx="23114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4" name="Object 12"/>
          <p:cNvGraphicFramePr>
            <a:graphicFrameLocks noChangeAspect="1"/>
          </p:cNvGraphicFramePr>
          <p:nvPr/>
        </p:nvGraphicFramePr>
        <p:xfrm>
          <a:off x="2855913" y="3568700"/>
          <a:ext cx="22987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71" name="Equation" r:id="rId15" imgW="2281287" imgH="909854" progId="Equation.3">
                  <p:embed/>
                </p:oleObj>
              </mc:Choice>
              <mc:Fallback>
                <p:oleObj name="Equation" r:id="rId15" imgW="2281287" imgH="909854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3" y="3568700"/>
                        <a:ext cx="22987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65" name="Text Box 13"/>
          <p:cNvSpPr txBox="1">
            <a:spLocks noChangeArrowheads="1"/>
          </p:cNvSpPr>
          <p:nvPr/>
        </p:nvSpPr>
        <p:spPr bwMode="auto">
          <a:xfrm>
            <a:off x="820738" y="4737100"/>
            <a:ext cx="2438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两边积分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得</a:t>
            </a:r>
          </a:p>
        </p:txBody>
      </p:sp>
      <p:graphicFrame>
        <p:nvGraphicFramePr>
          <p:cNvPr id="74766" name="Object 14"/>
          <p:cNvGraphicFramePr>
            <a:graphicFrameLocks noChangeAspect="1"/>
          </p:cNvGraphicFramePr>
          <p:nvPr/>
        </p:nvGraphicFramePr>
        <p:xfrm>
          <a:off x="3371850" y="4572000"/>
          <a:ext cx="28956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72" name="Equation" r:id="rId17" imgW="2881178" imgH="909854" progId="Equation.3">
                  <p:embed/>
                </p:oleObj>
              </mc:Choice>
              <mc:Fallback>
                <p:oleObj name="Equation" r:id="rId17" imgW="2881178" imgH="909854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1850" y="4572000"/>
                        <a:ext cx="28956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67" name="Text Box 15"/>
          <p:cNvSpPr txBox="1">
            <a:spLocks noChangeArrowheads="1"/>
          </p:cNvSpPr>
          <p:nvPr/>
        </p:nvSpPr>
        <p:spPr bwMode="auto">
          <a:xfrm>
            <a:off x="820738" y="5599113"/>
            <a:ext cx="2133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积分后再用</a:t>
            </a:r>
          </a:p>
        </p:txBody>
      </p:sp>
      <p:graphicFrame>
        <p:nvGraphicFramePr>
          <p:cNvPr id="74768" name="Object 16"/>
          <p:cNvGraphicFramePr>
            <a:graphicFrameLocks noChangeAspect="1"/>
          </p:cNvGraphicFramePr>
          <p:nvPr/>
        </p:nvGraphicFramePr>
        <p:xfrm>
          <a:off x="2725738" y="5486400"/>
          <a:ext cx="3429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73" name="Equation" r:id="rId19" imgW="328762" imgH="833531" progId="Equation.3">
                  <p:embed/>
                </p:oleObj>
              </mc:Choice>
              <mc:Fallback>
                <p:oleObj name="Equation" r:id="rId19" imgW="328762" imgH="833531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5738" y="5486400"/>
                        <a:ext cx="3429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69" name="Text Box 17"/>
          <p:cNvSpPr txBox="1">
            <a:spLocks noChangeArrowheads="1"/>
          </p:cNvSpPr>
          <p:nvPr/>
        </p:nvSpPr>
        <p:spPr bwMode="auto">
          <a:xfrm>
            <a:off x="3030538" y="5605463"/>
            <a:ext cx="144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代替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,</a:t>
            </a:r>
          </a:p>
        </p:txBody>
      </p:sp>
      <p:sp>
        <p:nvSpPr>
          <p:cNvPr id="74770" name="Text Box 18"/>
          <p:cNvSpPr txBox="1">
            <a:spLocks noChangeArrowheads="1"/>
          </p:cNvSpPr>
          <p:nvPr/>
        </p:nvSpPr>
        <p:spPr bwMode="auto">
          <a:xfrm>
            <a:off x="4325938" y="5605463"/>
            <a:ext cx="3276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便得原方程的通解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74771" name="Text Box 19"/>
          <p:cNvSpPr txBox="1">
            <a:spLocks noChangeArrowheads="1"/>
          </p:cNvSpPr>
          <p:nvPr/>
        </p:nvSpPr>
        <p:spPr bwMode="auto">
          <a:xfrm>
            <a:off x="573088" y="1968500"/>
            <a:ext cx="10175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解法</a:t>
            </a:r>
            <a:r>
              <a:rPr kumimoji="1"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sp>
        <p:nvSpPr>
          <p:cNvPr id="74772" name="Text Box 20"/>
          <p:cNvSpPr txBox="1">
            <a:spLocks noChangeArrowheads="1"/>
          </p:cNvSpPr>
          <p:nvPr/>
        </p:nvSpPr>
        <p:spPr bwMode="auto">
          <a:xfrm>
            <a:off x="855663" y="3733800"/>
            <a:ext cx="17938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/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分离变量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: </a:t>
            </a:r>
          </a:p>
        </p:txBody>
      </p:sp>
      <p:graphicFrame>
        <p:nvGraphicFramePr>
          <p:cNvPr id="74780" name="Object 28"/>
          <p:cNvGraphicFramePr>
            <a:graphicFrameLocks noChangeAspect="1"/>
          </p:cNvGraphicFramePr>
          <p:nvPr/>
        </p:nvGraphicFramePr>
        <p:xfrm>
          <a:off x="5794375" y="2708275"/>
          <a:ext cx="2665413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74" name="Equation" r:id="rId21" imgW="1166704" imgH="376093" progId="Equation.DSMT4">
                  <p:embed/>
                </p:oleObj>
              </mc:Choice>
              <mc:Fallback>
                <p:oleObj name="Equation" r:id="rId21" imgW="1166704" imgH="376093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4375" y="2708275"/>
                        <a:ext cx="2665413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4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4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4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4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47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4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4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4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74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74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74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74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74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74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74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74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74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74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74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5" grpId="0" autoUpdateAnimBg="0"/>
      <p:bldP spid="74757" grpId="0" autoUpdateAnimBg="0"/>
      <p:bldP spid="74758" grpId="0" build="p" autoUpdateAnimBg="0"/>
      <p:bldP spid="74761" grpId="0" autoUpdateAnimBg="0"/>
      <p:bldP spid="74765" grpId="0" autoUpdateAnimBg="0"/>
      <p:bldP spid="74767" grpId="0" autoUpdateAnimBg="0"/>
      <p:bldP spid="74769" grpId="0" autoUpdateAnimBg="0"/>
      <p:bldP spid="74770" grpId="0" autoUpdateAnimBg="0"/>
      <p:bldP spid="74771" grpId="0" build="p" autoUpdateAnimBg="0"/>
      <p:bldP spid="74772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3124200" cy="6858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2800" b="1" dirty="0">
                <a:solidFill>
                  <a:srgbClr val="FFC000"/>
                </a:solidFill>
                <a:ea typeface="楷体_GB2312" pitchFamily="49" charset="-122"/>
              </a:rPr>
              <a:t>例</a:t>
            </a:r>
            <a:r>
              <a:rPr lang="en-US" altLang="zh-CN" sz="2800" b="1" dirty="0">
                <a:solidFill>
                  <a:srgbClr val="FFC000"/>
                </a:solidFill>
                <a:ea typeface="楷体_GB2312" pitchFamily="49" charset="-122"/>
              </a:rPr>
              <a:t>8</a:t>
            </a:r>
            <a:r>
              <a:rPr lang="en-US" altLang="zh-CN" sz="2800" b="1" dirty="0">
                <a:ea typeface="楷体_GB2312" pitchFamily="49" charset="-122"/>
              </a:rPr>
              <a:t>. </a:t>
            </a:r>
            <a:r>
              <a:rPr lang="zh-CN" altLang="en-US" sz="2800" dirty="0">
                <a:solidFill>
                  <a:schemeClr val="tx1"/>
                </a:solidFill>
                <a:ea typeface="楷体_GB2312" pitchFamily="49" charset="-122"/>
              </a:rPr>
              <a:t>解微分方程</a:t>
            </a:r>
            <a:endParaRPr lang="zh-CN" altLang="en-US" sz="2800" dirty="0">
              <a:ea typeface="楷体_GB2312" pitchFamily="49" charset="-122"/>
            </a:endParaRPr>
          </a:p>
        </p:txBody>
      </p:sp>
      <p:graphicFrame>
        <p:nvGraphicFramePr>
          <p:cNvPr id="24579" name="Object 3"/>
          <p:cNvGraphicFramePr>
            <a:graphicFrameLocks noChangeAspect="1"/>
          </p:cNvGraphicFramePr>
          <p:nvPr/>
        </p:nvGraphicFramePr>
        <p:xfrm>
          <a:off x="3413125" y="228600"/>
          <a:ext cx="21717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77" name="Equation" r:id="rId3" imgW="2157500" imgH="833531" progId="Equation.3">
                  <p:embed/>
                </p:oleObj>
              </mc:Choice>
              <mc:Fallback>
                <p:oleObj name="Equation" r:id="rId3" imgW="2157500" imgH="833531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3125" y="228600"/>
                        <a:ext cx="21717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0" name="Text Box 4"/>
          <p:cNvSpPr txBox="1">
            <a:spLocks noChangeArrowheads="1"/>
          </p:cNvSpPr>
          <p:nvPr/>
        </p:nvSpPr>
        <p:spPr bwMode="auto">
          <a:xfrm>
            <a:off x="685800" y="1117600"/>
            <a:ext cx="83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解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endParaRPr kumimoji="1" lang="en-US" altLang="zh-CN" sz="28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75781" name="Object 5"/>
          <p:cNvGraphicFramePr>
            <a:graphicFrameLocks noChangeAspect="1"/>
          </p:cNvGraphicFramePr>
          <p:nvPr/>
        </p:nvGraphicFramePr>
        <p:xfrm>
          <a:off x="1371600" y="977900"/>
          <a:ext cx="13843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78" name="Equation" r:id="rId5" imgW="1366668" imgH="833531" progId="Equation.3">
                  <p:embed/>
                </p:oleObj>
              </mc:Choice>
              <mc:Fallback>
                <p:oleObj name="Equation" r:id="rId5" imgW="1366668" imgH="833531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977900"/>
                        <a:ext cx="13843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2" name="Object 6"/>
          <p:cNvGraphicFramePr>
            <a:graphicFrameLocks noChangeAspect="1"/>
          </p:cNvGraphicFramePr>
          <p:nvPr/>
        </p:nvGraphicFramePr>
        <p:xfrm>
          <a:off x="2819400" y="1212850"/>
          <a:ext cx="2171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79" name="Equation" r:id="rId7" imgW="2157500" imgH="414255" progId="Equation.3">
                  <p:embed/>
                </p:oleObj>
              </mc:Choice>
              <mc:Fallback>
                <p:oleObj name="Equation" r:id="rId7" imgW="2157500" imgH="41425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1212850"/>
                        <a:ext cx="21717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3" name="Text Box 7"/>
          <p:cNvSpPr txBox="1">
            <a:spLocks noChangeArrowheads="1"/>
          </p:cNvSpPr>
          <p:nvPr/>
        </p:nvSpPr>
        <p:spPr bwMode="auto">
          <a:xfrm>
            <a:off x="5029200" y="1143000"/>
            <a:ext cx="2895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代入原方程得</a:t>
            </a:r>
          </a:p>
        </p:txBody>
      </p:sp>
      <p:graphicFrame>
        <p:nvGraphicFramePr>
          <p:cNvPr id="75784" name="Object 8"/>
          <p:cNvGraphicFramePr>
            <a:graphicFrameLocks noChangeAspect="1"/>
          </p:cNvGraphicFramePr>
          <p:nvPr/>
        </p:nvGraphicFramePr>
        <p:xfrm>
          <a:off x="2133600" y="1905000"/>
          <a:ext cx="2679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80" name="Equation" r:id="rId9" imgW="2662170" imgH="404714" progId="Equation.3">
                  <p:embed/>
                </p:oleObj>
              </mc:Choice>
              <mc:Fallback>
                <p:oleObj name="Equation" r:id="rId9" imgW="2662170" imgH="404714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1905000"/>
                        <a:ext cx="26797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5" name="Text Box 9"/>
          <p:cNvSpPr txBox="1">
            <a:spLocks noChangeArrowheads="1"/>
          </p:cNvSpPr>
          <p:nvPr/>
        </p:nvSpPr>
        <p:spPr bwMode="auto">
          <a:xfrm>
            <a:off x="609600" y="2611438"/>
            <a:ext cx="1752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分离变量</a:t>
            </a:r>
          </a:p>
        </p:txBody>
      </p:sp>
      <p:graphicFrame>
        <p:nvGraphicFramePr>
          <p:cNvPr id="75786" name="Object 10"/>
          <p:cNvGraphicFramePr>
            <a:graphicFrameLocks noChangeAspect="1"/>
          </p:cNvGraphicFramePr>
          <p:nvPr/>
        </p:nvGraphicFramePr>
        <p:xfrm>
          <a:off x="2781300" y="2425700"/>
          <a:ext cx="20193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81" name="Equation" r:id="rId11" imgW="2005147" imgH="833531" progId="Equation.3">
                  <p:embed/>
                </p:oleObj>
              </mc:Choice>
              <mc:Fallback>
                <p:oleObj name="Equation" r:id="rId11" imgW="2005147" imgH="833531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1300" y="2425700"/>
                        <a:ext cx="20193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7" name="Text Box 11"/>
          <p:cNvSpPr txBox="1">
            <a:spLocks noChangeArrowheads="1"/>
          </p:cNvSpPr>
          <p:nvPr/>
        </p:nvSpPr>
        <p:spPr bwMode="auto">
          <a:xfrm>
            <a:off x="609600" y="3581400"/>
            <a:ext cx="2438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两边积分</a:t>
            </a:r>
          </a:p>
        </p:txBody>
      </p:sp>
      <p:graphicFrame>
        <p:nvGraphicFramePr>
          <p:cNvPr id="75788" name="Object 12"/>
          <p:cNvGraphicFramePr>
            <a:graphicFrameLocks noChangeAspect="1"/>
          </p:cNvGraphicFramePr>
          <p:nvPr/>
        </p:nvGraphicFramePr>
        <p:xfrm>
          <a:off x="2590800" y="3429000"/>
          <a:ext cx="24257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82" name="Equation" r:id="rId13" imgW="2414596" imgH="833531" progId="Equation.3">
                  <p:embed/>
                </p:oleObj>
              </mc:Choice>
              <mc:Fallback>
                <p:oleObj name="Equation" r:id="rId13" imgW="2414596" imgH="833531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3429000"/>
                        <a:ext cx="24257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9" name="Text Box 13"/>
          <p:cNvSpPr txBox="1">
            <a:spLocks noChangeArrowheads="1"/>
          </p:cNvSpPr>
          <p:nvPr/>
        </p:nvSpPr>
        <p:spPr bwMode="auto">
          <a:xfrm>
            <a:off x="685800" y="4371975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得</a:t>
            </a:r>
          </a:p>
        </p:txBody>
      </p:sp>
      <p:graphicFrame>
        <p:nvGraphicFramePr>
          <p:cNvPr id="75790" name="Object 14"/>
          <p:cNvGraphicFramePr>
            <a:graphicFrameLocks noChangeAspect="1"/>
          </p:cNvGraphicFramePr>
          <p:nvPr/>
        </p:nvGraphicFramePr>
        <p:xfrm>
          <a:off x="2159000" y="4433888"/>
          <a:ext cx="36322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83" name="Equation" r:id="rId15" imgW="3614878" imgH="452417" progId="Equation.3">
                  <p:embed/>
                </p:oleObj>
              </mc:Choice>
              <mc:Fallback>
                <p:oleObj name="Equation" r:id="rId15" imgW="3614878" imgH="452417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9000" y="4433888"/>
                        <a:ext cx="36322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91" name="Object 15"/>
          <p:cNvGraphicFramePr>
            <a:graphicFrameLocks noChangeAspect="1"/>
          </p:cNvGraphicFramePr>
          <p:nvPr/>
        </p:nvGraphicFramePr>
        <p:xfrm>
          <a:off x="6045200" y="4495800"/>
          <a:ext cx="2032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84" name="Equation" r:id="rId17" imgW="2014669" imgH="404714" progId="Equation.3">
                  <p:embed/>
                </p:oleObj>
              </mc:Choice>
              <mc:Fallback>
                <p:oleObj name="Equation" r:id="rId17" imgW="2014669" imgH="404714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5200" y="4495800"/>
                        <a:ext cx="20320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92" name="Text Box 16"/>
          <p:cNvSpPr txBox="1">
            <a:spLocks noChangeArrowheads="1"/>
          </p:cNvSpPr>
          <p:nvPr/>
        </p:nvSpPr>
        <p:spPr bwMode="auto">
          <a:xfrm>
            <a:off x="609600" y="5072063"/>
            <a:ext cx="3581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故原方程的通解为</a:t>
            </a:r>
          </a:p>
        </p:txBody>
      </p:sp>
      <p:graphicFrame>
        <p:nvGraphicFramePr>
          <p:cNvPr id="75793" name="Object 17"/>
          <p:cNvGraphicFramePr>
            <a:graphicFrameLocks noChangeAspect="1"/>
          </p:cNvGraphicFramePr>
          <p:nvPr/>
        </p:nvGraphicFramePr>
        <p:xfrm>
          <a:off x="3578225" y="4954588"/>
          <a:ext cx="16129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85" name="Equation" r:id="rId19" imgW="1595197" imgH="833531" progId="Equation.3">
                  <p:embed/>
                </p:oleObj>
              </mc:Choice>
              <mc:Fallback>
                <p:oleObj name="Equation" r:id="rId19" imgW="1595197" imgH="833531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8225" y="4954588"/>
                        <a:ext cx="16129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94" name="Text Box 18"/>
          <p:cNvSpPr txBox="1">
            <a:spLocks noChangeArrowheads="1"/>
          </p:cNvSpPr>
          <p:nvPr/>
        </p:nvSpPr>
        <p:spPr bwMode="auto">
          <a:xfrm>
            <a:off x="1447800" y="5791200"/>
            <a:ext cx="701263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当 </a:t>
            </a:r>
            <a:r>
              <a:rPr kumimoji="1" lang="en-US" altLang="zh-CN" sz="2800" i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kumimoji="1"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= 0</a:t>
            </a:r>
            <a:r>
              <a:rPr kumimoji="1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时</a:t>
            </a:r>
            <a:r>
              <a:rPr kumimoji="1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1" lang="en-US" altLang="zh-CN" sz="2800" i="1" dirty="0"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kumimoji="1" lang="en-US" altLang="zh-CN" sz="2800" i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y</a:t>
            </a:r>
            <a:r>
              <a:rPr kumimoji="1"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= </a:t>
            </a:r>
            <a:r>
              <a:rPr kumimoji="1" lang="en-US" altLang="zh-CN" sz="2800" dirty="0" smtClean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1" lang="zh-CN" altLang="en-US" sz="2800" dirty="0" smtClean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或     </a:t>
            </a:r>
            <a:r>
              <a:rPr kumimoji="1" lang="en-US" altLang="zh-CN" sz="2800" dirty="0" smtClean="0"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kumimoji="1" lang="zh-CN" altLang="en-US" sz="2800" dirty="0" smtClean="0">
                <a:latin typeface="Times New Roman" panose="02020603050405020304" pitchFamily="18" charset="0"/>
                <a:ea typeface="楷体_GB2312" pitchFamily="49" charset="-122"/>
              </a:rPr>
              <a:t>也</a:t>
            </a:r>
            <a:r>
              <a:rPr kumimoji="1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是方程的解</a:t>
            </a:r>
            <a:r>
              <a:rPr kumimoji="1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</p:txBody>
      </p:sp>
      <p:sp>
        <p:nvSpPr>
          <p:cNvPr id="75795" name="Text Box 19"/>
          <p:cNvSpPr txBox="1">
            <a:spLocks noChangeArrowheads="1"/>
          </p:cNvSpPr>
          <p:nvPr/>
        </p:nvSpPr>
        <p:spPr bwMode="auto">
          <a:xfrm>
            <a:off x="5257800" y="5105400"/>
            <a:ext cx="3124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(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为任意常数 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/>
              <p:cNvSpPr/>
              <p:nvPr/>
            </p:nvSpPr>
            <p:spPr>
              <a:xfrm>
                <a:off x="4710466" y="5852755"/>
                <a:ext cx="874359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sz="240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altLang="zh-CN" sz="24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sz="2400" i="1" dirty="0">
                  <a:solidFill>
                    <a:srgbClr val="FFC000"/>
                  </a:solidFill>
                </a:endParaRPr>
              </a:p>
            </p:txBody>
          </p:sp>
        </mc:Choice>
        <mc:Fallback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0466" y="5852755"/>
                <a:ext cx="874359" cy="461665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5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5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5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5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5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5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5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5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5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75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75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75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75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75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75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80" grpId="0" autoUpdateAnimBg="0"/>
      <p:bldP spid="75783" grpId="0" autoUpdateAnimBg="0"/>
      <p:bldP spid="75785" grpId="0" autoUpdateAnimBg="0"/>
      <p:bldP spid="75787" grpId="0" autoUpdateAnimBg="0"/>
      <p:bldP spid="75789" grpId="0" autoUpdateAnimBg="0"/>
      <p:bldP spid="75792" grpId="0" autoUpdateAnimBg="0"/>
      <p:bldP spid="75794" grpId="0" autoUpdateAnimBg="0"/>
      <p:bldP spid="75795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08013" y="381000"/>
            <a:ext cx="3278187" cy="5334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2800" b="1" dirty="0">
                <a:solidFill>
                  <a:srgbClr val="FFC000"/>
                </a:solidFill>
                <a:ea typeface="楷体_GB2312" pitchFamily="49" charset="-122"/>
              </a:rPr>
              <a:t>例</a:t>
            </a:r>
            <a:r>
              <a:rPr lang="en-US" altLang="zh-CN" sz="2800" b="1" dirty="0">
                <a:solidFill>
                  <a:srgbClr val="FFC000"/>
                </a:solidFill>
                <a:ea typeface="楷体_GB2312" pitchFamily="49" charset="-122"/>
              </a:rPr>
              <a:t>9</a:t>
            </a:r>
            <a:r>
              <a:rPr lang="en-US" altLang="zh-CN" sz="2800" b="1" dirty="0">
                <a:ea typeface="楷体_GB2312" pitchFamily="49" charset="-122"/>
              </a:rPr>
              <a:t>.  </a:t>
            </a:r>
            <a:r>
              <a:rPr lang="zh-CN" altLang="en-US" sz="2800" dirty="0">
                <a:solidFill>
                  <a:schemeClr val="tx1"/>
                </a:solidFill>
                <a:ea typeface="楷体_GB2312" pitchFamily="49" charset="-122"/>
              </a:rPr>
              <a:t>解微分方程</a:t>
            </a:r>
          </a:p>
        </p:txBody>
      </p:sp>
      <p:graphicFrame>
        <p:nvGraphicFramePr>
          <p:cNvPr id="25603" name="Object 3"/>
          <p:cNvGraphicFramePr>
            <a:graphicFrameLocks noChangeAspect="1"/>
          </p:cNvGraphicFramePr>
          <p:nvPr/>
        </p:nvGraphicFramePr>
        <p:xfrm>
          <a:off x="3409950" y="374650"/>
          <a:ext cx="3886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02" name="Equation" r:id="rId4" imgW="3871974" imgH="509659" progId="Equation.3">
                  <p:embed/>
                </p:oleObj>
              </mc:Choice>
              <mc:Fallback>
                <p:oleObj name="Equation" r:id="rId4" imgW="3871974" imgH="509659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9950" y="374650"/>
                        <a:ext cx="38862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04" name="Text Box 4"/>
          <p:cNvSpPr txBox="1">
            <a:spLocks noChangeArrowheads="1"/>
          </p:cNvSpPr>
          <p:nvPr/>
        </p:nvSpPr>
        <p:spPr bwMode="auto">
          <a:xfrm>
            <a:off x="608013" y="1081088"/>
            <a:ext cx="763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解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endParaRPr kumimoji="1" lang="en-US" altLang="zh-CN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76805" name="Object 5"/>
          <p:cNvGraphicFramePr>
            <a:graphicFrameLocks noChangeAspect="1"/>
          </p:cNvGraphicFramePr>
          <p:nvPr/>
        </p:nvGraphicFramePr>
        <p:xfrm>
          <a:off x="1314450" y="977900"/>
          <a:ext cx="45720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03" name="Equation" r:id="rId6" imgW="4557563" imgH="909854" progId="Equation.3">
                  <p:embed/>
                </p:oleObj>
              </mc:Choice>
              <mc:Fallback>
                <p:oleObj name="Equation" r:id="rId6" imgW="4557563" imgH="909854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4450" y="977900"/>
                        <a:ext cx="45720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6" name="Object 6"/>
          <p:cNvGraphicFramePr>
            <a:graphicFrameLocks noChangeAspect="1"/>
          </p:cNvGraphicFramePr>
          <p:nvPr/>
        </p:nvGraphicFramePr>
        <p:xfrm>
          <a:off x="5892800" y="984250"/>
          <a:ext cx="14224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04" name="Equation" r:id="rId8" imgW="1404756" imgH="833531" progId="Equation.3">
                  <p:embed/>
                </p:oleObj>
              </mc:Choice>
              <mc:Fallback>
                <p:oleObj name="Equation" r:id="rId8" imgW="1404756" imgH="833531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2800" y="984250"/>
                        <a:ext cx="14224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07" name="Text Box 7"/>
          <p:cNvSpPr txBox="1">
            <a:spLocks noChangeArrowheads="1"/>
          </p:cNvSpPr>
          <p:nvPr/>
        </p:nvSpPr>
        <p:spPr bwMode="auto">
          <a:xfrm>
            <a:off x="7315200" y="1143000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楷体_GB2312" pitchFamily="49" charset="-122"/>
                <a:ea typeface="楷体_GB2312" pitchFamily="49" charset="-122"/>
              </a:rPr>
              <a:t>则有</a:t>
            </a:r>
          </a:p>
        </p:txBody>
      </p:sp>
      <p:graphicFrame>
        <p:nvGraphicFramePr>
          <p:cNvPr id="76808" name="Object 8"/>
          <p:cNvGraphicFramePr>
            <a:graphicFrameLocks noChangeAspect="1"/>
          </p:cNvGraphicFramePr>
          <p:nvPr/>
        </p:nvGraphicFramePr>
        <p:xfrm>
          <a:off x="2590800" y="1930400"/>
          <a:ext cx="25273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05" name="Equation" r:id="rId10" imgW="2509817" imgH="490578" progId="Equation.3">
                  <p:embed/>
                </p:oleObj>
              </mc:Choice>
              <mc:Fallback>
                <p:oleObj name="Equation" r:id="rId10" imgW="2509817" imgH="490578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1930400"/>
                        <a:ext cx="25273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09" name="Text Box 9"/>
          <p:cNvSpPr txBox="1">
            <a:spLocks noChangeArrowheads="1"/>
          </p:cNvSpPr>
          <p:nvPr/>
        </p:nvSpPr>
        <p:spPr bwMode="auto">
          <a:xfrm>
            <a:off x="304800" y="2768600"/>
            <a:ext cx="182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分离变量</a:t>
            </a:r>
          </a:p>
        </p:txBody>
      </p:sp>
      <p:graphicFrame>
        <p:nvGraphicFramePr>
          <p:cNvPr id="76810" name="Object 10"/>
          <p:cNvGraphicFramePr>
            <a:graphicFrameLocks noChangeAspect="1"/>
          </p:cNvGraphicFramePr>
          <p:nvPr/>
        </p:nvGraphicFramePr>
        <p:xfrm>
          <a:off x="2133600" y="2590800"/>
          <a:ext cx="19431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06" name="Equation" r:id="rId12" imgW="1928971" imgH="862152" progId="Equation.3">
                  <p:embed/>
                </p:oleObj>
              </mc:Choice>
              <mc:Fallback>
                <p:oleObj name="Equation" r:id="rId12" imgW="1928971" imgH="862152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2590800"/>
                        <a:ext cx="1943100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11" name="Text Box 11"/>
          <p:cNvSpPr txBox="1">
            <a:spLocks noChangeArrowheads="1"/>
          </p:cNvSpPr>
          <p:nvPr/>
        </p:nvSpPr>
        <p:spPr bwMode="auto">
          <a:xfrm>
            <a:off x="304800" y="3810000"/>
            <a:ext cx="160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积分得</a:t>
            </a:r>
          </a:p>
        </p:txBody>
      </p:sp>
      <p:graphicFrame>
        <p:nvGraphicFramePr>
          <p:cNvPr id="76812" name="Object 12"/>
          <p:cNvGraphicFramePr>
            <a:graphicFrameLocks noChangeAspect="1"/>
          </p:cNvGraphicFramePr>
          <p:nvPr/>
        </p:nvGraphicFramePr>
        <p:xfrm>
          <a:off x="1885950" y="3657600"/>
          <a:ext cx="39116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07" name="Equation" r:id="rId14" imgW="3900540" imgH="900314" progId="Equation.3">
                  <p:embed/>
                </p:oleObj>
              </mc:Choice>
              <mc:Fallback>
                <p:oleObj name="Equation" r:id="rId14" imgW="3900540" imgH="900314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5950" y="3657600"/>
                        <a:ext cx="39116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13" name="Object 13"/>
          <p:cNvGraphicFramePr>
            <a:graphicFrameLocks noChangeAspect="1"/>
          </p:cNvGraphicFramePr>
          <p:nvPr/>
        </p:nvGraphicFramePr>
        <p:xfrm>
          <a:off x="4800600" y="2654300"/>
          <a:ext cx="35687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08" name="Equation" r:id="rId16" imgW="3557746" imgH="833531" progId="Equation.3">
                  <p:embed/>
                </p:oleObj>
              </mc:Choice>
              <mc:Fallback>
                <p:oleObj name="Equation" r:id="rId16" imgW="3557746" imgH="833531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2654300"/>
                        <a:ext cx="35687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14" name="Text Box 14"/>
          <p:cNvSpPr txBox="1">
            <a:spLocks noChangeArrowheads="1"/>
          </p:cNvSpPr>
          <p:nvPr/>
        </p:nvSpPr>
        <p:spPr bwMode="auto">
          <a:xfrm>
            <a:off x="304800" y="4662488"/>
            <a:ext cx="33115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代回原变量得通解</a:t>
            </a:r>
          </a:p>
        </p:txBody>
      </p:sp>
      <p:sp>
        <p:nvSpPr>
          <p:cNvPr id="76815" name="Text Box 15"/>
          <p:cNvSpPr txBox="1">
            <a:spLocks noChangeArrowheads="1"/>
          </p:cNvSpPr>
          <p:nvPr/>
        </p:nvSpPr>
        <p:spPr bwMode="auto">
          <a:xfrm>
            <a:off x="6324600" y="3810000"/>
            <a:ext cx="7477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即</a:t>
            </a:r>
          </a:p>
        </p:txBody>
      </p:sp>
      <p:graphicFrame>
        <p:nvGraphicFramePr>
          <p:cNvPr id="76816" name="Object 16"/>
          <p:cNvGraphicFramePr>
            <a:graphicFrameLocks noChangeAspect="1"/>
          </p:cNvGraphicFramePr>
          <p:nvPr/>
        </p:nvGraphicFramePr>
        <p:xfrm>
          <a:off x="6858000" y="3644900"/>
          <a:ext cx="18923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09" name="Equation" r:id="rId18" imgW="1881360" imgH="833531" progId="Equation.3">
                  <p:embed/>
                </p:oleObj>
              </mc:Choice>
              <mc:Fallback>
                <p:oleObj name="Equation" r:id="rId18" imgW="1881360" imgH="833531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3644900"/>
                        <a:ext cx="18923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17" name="Object 17"/>
          <p:cNvGraphicFramePr>
            <a:graphicFrameLocks noChangeAspect="1"/>
          </p:cNvGraphicFramePr>
          <p:nvPr/>
        </p:nvGraphicFramePr>
        <p:xfrm>
          <a:off x="3657600" y="4775200"/>
          <a:ext cx="2159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10" name="Equation" r:id="rId20" imgW="2147978" imgH="395174" progId="Equation.3">
                  <p:embed/>
                </p:oleObj>
              </mc:Choice>
              <mc:Fallback>
                <p:oleObj name="Equation" r:id="rId20" imgW="2147978" imgH="395174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775200"/>
                        <a:ext cx="21590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18" name="Text Box 18"/>
          <p:cNvSpPr txBox="1">
            <a:spLocks noChangeArrowheads="1"/>
          </p:cNvSpPr>
          <p:nvPr/>
        </p:nvSpPr>
        <p:spPr bwMode="auto">
          <a:xfrm>
            <a:off x="685800" y="5237163"/>
            <a:ext cx="8153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说明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显然</a:t>
            </a:r>
            <a:r>
              <a:rPr kumimoji="1" lang="zh-CN" altLang="en-US" sz="2800" i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= 0 , </a:t>
            </a:r>
            <a:r>
              <a:rPr kumimoji="1"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y</a:t>
            </a:r>
            <a:r>
              <a:rPr kumimoji="1"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= 0 , </a:t>
            </a:r>
            <a:r>
              <a:rPr kumimoji="1"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y = x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也是原方程的解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但在</a:t>
            </a:r>
          </a:p>
        </p:txBody>
      </p:sp>
      <p:sp>
        <p:nvSpPr>
          <p:cNvPr id="76819" name="Text Box 19"/>
          <p:cNvSpPr txBox="1">
            <a:spLocks noChangeArrowheads="1"/>
          </p:cNvSpPr>
          <p:nvPr/>
        </p:nvSpPr>
        <p:spPr bwMode="auto">
          <a:xfrm>
            <a:off x="5943600" y="4662488"/>
            <a:ext cx="2667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为任意常数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endParaRPr kumimoji="1" lang="en-US" altLang="zh-CN" sz="2800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6820" name="Text Box 20"/>
          <p:cNvSpPr txBox="1">
            <a:spLocks noChangeArrowheads="1"/>
          </p:cNvSpPr>
          <p:nvPr/>
        </p:nvSpPr>
        <p:spPr bwMode="auto">
          <a:xfrm>
            <a:off x="304800" y="5781675"/>
            <a:ext cx="3206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/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求解过程中丢失了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. 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6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6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6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6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6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6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6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6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6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76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76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76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76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76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76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768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76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4" grpId="0" autoUpdateAnimBg="0"/>
      <p:bldP spid="76807" grpId="0" autoUpdateAnimBg="0"/>
      <p:bldP spid="76809" grpId="0" autoUpdateAnimBg="0"/>
      <p:bldP spid="76811" grpId="0" autoUpdateAnimBg="0"/>
      <p:bldP spid="76814" grpId="0" autoUpdateAnimBg="0"/>
      <p:bldP spid="76815" grpId="0" autoUpdateAnimBg="0"/>
      <p:bldP spid="76818" grpId="0" build="p" autoUpdateAnimBg="0"/>
      <p:bldP spid="76819" grpId="0" build="p" autoUpdateAnimBg="0"/>
      <p:bldP spid="76820" grpId="0" build="p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826" name="Group 2"/>
          <p:cNvGrpSpPr>
            <a:grpSpLocks/>
          </p:cNvGrpSpPr>
          <p:nvPr/>
        </p:nvGrpSpPr>
        <p:grpSpPr bwMode="auto">
          <a:xfrm>
            <a:off x="6337300" y="2514600"/>
            <a:ext cx="2351088" cy="2327275"/>
            <a:chOff x="3992" y="1584"/>
            <a:chExt cx="1481" cy="1466"/>
          </a:xfrm>
        </p:grpSpPr>
        <p:graphicFrame>
          <p:nvGraphicFramePr>
            <p:cNvPr id="27699" name="Object 3"/>
            <p:cNvGraphicFramePr>
              <a:graphicFrameLocks noChangeAspect="1"/>
            </p:cNvGraphicFramePr>
            <p:nvPr/>
          </p:nvGraphicFramePr>
          <p:xfrm>
            <a:off x="4427" y="2480"/>
            <a:ext cx="193" cy="2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857" name="公式" r:id="rId3" imgW="109754" imgH="128545" progId="Equation.3">
                    <p:embed/>
                  </p:oleObj>
                </mc:Choice>
                <mc:Fallback>
                  <p:oleObj name="公式" r:id="rId3" imgW="109754" imgH="128545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27" y="2480"/>
                          <a:ext cx="193" cy="2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700" name="Line 4"/>
            <p:cNvSpPr>
              <a:spLocks noChangeShapeType="1"/>
            </p:cNvSpPr>
            <p:nvPr/>
          </p:nvSpPr>
          <p:spPr bwMode="auto">
            <a:xfrm>
              <a:off x="3992" y="2488"/>
              <a:ext cx="145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7701" name="Object 5"/>
            <p:cNvGraphicFramePr>
              <a:graphicFrameLocks noChangeAspect="1"/>
            </p:cNvGraphicFramePr>
            <p:nvPr/>
          </p:nvGraphicFramePr>
          <p:xfrm>
            <a:off x="4393" y="1584"/>
            <a:ext cx="215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858" name="公式" r:id="rId5" imgW="128799" imgH="147625" progId="Equation.3">
                    <p:embed/>
                  </p:oleObj>
                </mc:Choice>
                <mc:Fallback>
                  <p:oleObj name="公式" r:id="rId5" imgW="128799" imgH="147625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93" y="1584"/>
                          <a:ext cx="215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702" name="Object 6"/>
            <p:cNvGraphicFramePr>
              <a:graphicFrameLocks noChangeAspect="1"/>
            </p:cNvGraphicFramePr>
            <p:nvPr/>
          </p:nvGraphicFramePr>
          <p:xfrm>
            <a:off x="5280" y="2523"/>
            <a:ext cx="193" cy="2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859" name="公式" r:id="rId7" imgW="109754" imgH="128545" progId="Equation.3">
                    <p:embed/>
                  </p:oleObj>
                </mc:Choice>
                <mc:Fallback>
                  <p:oleObj name="公式" r:id="rId7" imgW="109754" imgH="128545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0" y="2523"/>
                          <a:ext cx="193" cy="2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703" name="Line 7"/>
            <p:cNvSpPr>
              <a:spLocks noChangeShapeType="1"/>
            </p:cNvSpPr>
            <p:nvPr/>
          </p:nvSpPr>
          <p:spPr bwMode="auto">
            <a:xfrm flipV="1">
              <a:off x="4597" y="1622"/>
              <a:ext cx="0" cy="142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7832" name="Text Box 8"/>
          <p:cNvSpPr txBox="1">
            <a:spLocks noChangeArrowheads="1"/>
          </p:cNvSpPr>
          <p:nvPr/>
        </p:nvSpPr>
        <p:spPr bwMode="auto">
          <a:xfrm>
            <a:off x="304800" y="3505200"/>
            <a:ext cx="5029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可得       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OMA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= 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OAM 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=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 </a:t>
            </a:r>
            <a:endParaRPr kumimoji="1" lang="en-US" altLang="zh-CN" sz="2800"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15364" name="Rectangle 9"/>
          <p:cNvSpPr>
            <a:spLocks noGrp="1" noChangeArrowheads="1"/>
          </p:cNvSpPr>
          <p:nvPr>
            <p:ph type="title"/>
          </p:nvPr>
        </p:nvSpPr>
        <p:spPr>
          <a:xfrm>
            <a:off x="467544" y="302037"/>
            <a:ext cx="5078412" cy="614362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2800" b="1" dirty="0">
                <a:solidFill>
                  <a:srgbClr val="FFC000"/>
                </a:solidFill>
                <a:ea typeface="楷体_GB2312" pitchFamily="49" charset="-122"/>
              </a:rPr>
              <a:t>例</a:t>
            </a:r>
            <a:r>
              <a:rPr lang="en-US" altLang="zh-CN" sz="2800" b="1" dirty="0">
                <a:solidFill>
                  <a:srgbClr val="FFC000"/>
                </a:solidFill>
                <a:ea typeface="楷体_GB2312" pitchFamily="49" charset="-122"/>
              </a:rPr>
              <a:t>10. </a:t>
            </a:r>
            <a:r>
              <a:rPr lang="zh-CN" altLang="en-US" sz="2800" dirty="0">
                <a:solidFill>
                  <a:schemeClr val="tx1"/>
                </a:solidFill>
                <a:ea typeface="楷体_GB2312" pitchFamily="49" charset="-122"/>
              </a:rPr>
              <a:t>在制造探照灯反射镜面时</a:t>
            </a:r>
            <a:r>
              <a:rPr lang="en-US" altLang="zh-CN" sz="2800" dirty="0">
                <a:solidFill>
                  <a:schemeClr val="tx1"/>
                </a:solidFill>
                <a:ea typeface="楷体_GB2312" pitchFamily="49" charset="-122"/>
              </a:rPr>
              <a:t>,</a:t>
            </a:r>
            <a:endParaRPr lang="en-US" altLang="zh-CN" sz="2800" dirty="0">
              <a:ea typeface="楷体_GB2312" pitchFamily="49" charset="-122"/>
            </a:endParaRPr>
          </a:p>
        </p:txBody>
      </p:sp>
      <p:sp>
        <p:nvSpPr>
          <p:cNvPr id="77834" name="Text Box 10"/>
          <p:cNvSpPr txBox="1">
            <a:spLocks noChangeArrowheads="1"/>
          </p:cNvSpPr>
          <p:nvPr/>
        </p:nvSpPr>
        <p:spPr bwMode="auto">
          <a:xfrm>
            <a:off x="684213" y="1371600"/>
            <a:ext cx="42687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解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: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设光源在坐标原点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,</a:t>
            </a:r>
          </a:p>
        </p:txBody>
      </p:sp>
      <p:sp>
        <p:nvSpPr>
          <p:cNvPr id="77835" name="Text Box 11"/>
          <p:cNvSpPr txBox="1">
            <a:spLocks noChangeArrowheads="1"/>
          </p:cNvSpPr>
          <p:nvPr/>
        </p:nvSpPr>
        <p:spPr bwMode="auto">
          <a:xfrm>
            <a:off x="304800" y="1890713"/>
            <a:ext cx="3124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则反射镜面由曲线 </a:t>
            </a:r>
          </a:p>
        </p:txBody>
      </p:sp>
      <p:graphicFrame>
        <p:nvGraphicFramePr>
          <p:cNvPr id="77836" name="Object 12"/>
          <p:cNvGraphicFramePr>
            <a:graphicFrameLocks noChangeAspect="1"/>
          </p:cNvGraphicFramePr>
          <p:nvPr/>
        </p:nvGraphicFramePr>
        <p:xfrm>
          <a:off x="3276600" y="2017713"/>
          <a:ext cx="1320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60" name="Equation" r:id="rId9" imgW="1309535" imgH="395174" progId="Equation.3">
                  <p:embed/>
                </p:oleObj>
              </mc:Choice>
              <mc:Fallback>
                <p:oleObj name="Equation" r:id="rId9" imgW="1309535" imgH="395174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2017713"/>
                        <a:ext cx="13208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37" name="Text Box 13"/>
          <p:cNvSpPr txBox="1">
            <a:spLocks noChangeArrowheads="1"/>
          </p:cNvSpPr>
          <p:nvPr/>
        </p:nvSpPr>
        <p:spPr bwMode="auto">
          <a:xfrm>
            <a:off x="4572000" y="1905000"/>
            <a:ext cx="3276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绕</a:t>
            </a:r>
            <a:r>
              <a:rPr kumimoji="1" lang="zh-CN" altLang="en-US" sz="2800" i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轴旋转而成 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77838" name="Text Box 14"/>
          <p:cNvSpPr txBox="1">
            <a:spLocks noChangeArrowheads="1"/>
          </p:cNvSpPr>
          <p:nvPr/>
        </p:nvSpPr>
        <p:spPr bwMode="auto">
          <a:xfrm>
            <a:off x="685800" y="2424113"/>
            <a:ext cx="6019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过曲线上任一点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</a:rPr>
              <a:t>M 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</a:rPr>
              <a:t>y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)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作切线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</a:rPr>
              <a:t>M T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,</a:t>
            </a:r>
          </a:p>
        </p:txBody>
      </p:sp>
      <p:sp>
        <p:nvSpPr>
          <p:cNvPr id="77839" name="Text Box 15"/>
          <p:cNvSpPr txBox="1">
            <a:spLocks noChangeArrowheads="1"/>
          </p:cNvSpPr>
          <p:nvPr/>
        </p:nvSpPr>
        <p:spPr bwMode="auto">
          <a:xfrm>
            <a:off x="304800" y="2971800"/>
            <a:ext cx="3124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由光的反射定律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sp>
        <p:nvSpPr>
          <p:cNvPr id="77840" name="Text Box 16"/>
          <p:cNvSpPr txBox="1">
            <a:spLocks noChangeArrowheads="1"/>
          </p:cNvSpPr>
          <p:nvPr/>
        </p:nvSpPr>
        <p:spPr bwMode="auto">
          <a:xfrm>
            <a:off x="3200400" y="2957513"/>
            <a:ext cx="2808288" cy="52863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入射角 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=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反射角</a:t>
            </a:r>
          </a:p>
        </p:txBody>
      </p:sp>
      <p:graphicFrame>
        <p:nvGraphicFramePr>
          <p:cNvPr id="77841" name="Object 17"/>
          <p:cNvGraphicFramePr>
            <a:graphicFrameLocks noChangeAspect="1"/>
          </p:cNvGraphicFramePr>
          <p:nvPr/>
        </p:nvGraphicFramePr>
        <p:xfrm>
          <a:off x="3505200" y="4710113"/>
          <a:ext cx="18415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61" name="Equation" r:id="rId11" imgW="1824228" imgH="357012" progId="Equation.3">
                  <p:embed/>
                </p:oleObj>
              </mc:Choice>
              <mc:Fallback>
                <p:oleObj name="Equation" r:id="rId11" imgW="1824228" imgH="357012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4710113"/>
                        <a:ext cx="18415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42" name="Object 18"/>
          <p:cNvGraphicFramePr>
            <a:graphicFrameLocks noChangeAspect="1"/>
          </p:cNvGraphicFramePr>
          <p:nvPr/>
        </p:nvGraphicFramePr>
        <p:xfrm>
          <a:off x="5372100" y="4419600"/>
          <a:ext cx="11684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62" name="Equation" r:id="rId13" imgW="1157182" imgH="909854" progId="Equation.3">
                  <p:embed/>
                </p:oleObj>
              </mc:Choice>
              <mc:Fallback>
                <p:oleObj name="Equation" r:id="rId13" imgW="1157182" imgH="909854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2100" y="4419600"/>
                        <a:ext cx="11684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43" name="Object 19"/>
          <p:cNvGraphicFramePr>
            <a:graphicFrameLocks noChangeAspect="1"/>
          </p:cNvGraphicFramePr>
          <p:nvPr/>
        </p:nvGraphicFramePr>
        <p:xfrm>
          <a:off x="1143000" y="5181600"/>
          <a:ext cx="24003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63" name="Equation" r:id="rId15" imgW="2386030" imgH="528740" progId="Equation.3">
                  <p:embed/>
                </p:oleObj>
              </mc:Choice>
              <mc:Fallback>
                <p:oleObj name="Equation" r:id="rId15" imgW="2386030" imgH="52874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5181600"/>
                        <a:ext cx="24003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7844" name="Group 20"/>
          <p:cNvGrpSpPr>
            <a:grpSpLocks/>
          </p:cNvGrpSpPr>
          <p:nvPr/>
        </p:nvGrpSpPr>
        <p:grpSpPr bwMode="auto">
          <a:xfrm>
            <a:off x="6337300" y="2438400"/>
            <a:ext cx="2193925" cy="1717675"/>
            <a:chOff x="3936" y="1392"/>
            <a:chExt cx="1535" cy="1200"/>
          </a:xfrm>
        </p:grpSpPr>
        <p:graphicFrame>
          <p:nvGraphicFramePr>
            <p:cNvPr id="27695" name="Object 21"/>
            <p:cNvGraphicFramePr>
              <a:graphicFrameLocks noChangeAspect="1"/>
            </p:cNvGraphicFramePr>
            <p:nvPr/>
          </p:nvGraphicFramePr>
          <p:xfrm>
            <a:off x="5232" y="1392"/>
            <a:ext cx="239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864" name="公式" r:id="rId17" imgW="128799" imgH="147625" progId="Equation.3">
                    <p:embed/>
                  </p:oleObj>
                </mc:Choice>
                <mc:Fallback>
                  <p:oleObj name="公式" r:id="rId17" imgW="128799" imgH="147625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2" y="1392"/>
                          <a:ext cx="239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22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7696" name="Group 22"/>
            <p:cNvGrpSpPr>
              <a:grpSpLocks/>
            </p:cNvGrpSpPr>
            <p:nvPr/>
          </p:nvGrpSpPr>
          <p:grpSpPr bwMode="auto">
            <a:xfrm>
              <a:off x="3936" y="1558"/>
              <a:ext cx="1248" cy="1034"/>
              <a:chOff x="3744" y="1462"/>
              <a:chExt cx="1248" cy="1034"/>
            </a:xfrm>
          </p:grpSpPr>
          <p:sp>
            <p:nvSpPr>
              <p:cNvPr id="27697" name="Line 23"/>
              <p:cNvSpPr>
                <a:spLocks noChangeShapeType="1"/>
              </p:cNvSpPr>
              <p:nvPr/>
            </p:nvSpPr>
            <p:spPr bwMode="auto">
              <a:xfrm flipV="1">
                <a:off x="3744" y="1462"/>
                <a:ext cx="1248" cy="1034"/>
              </a:xfrm>
              <a:prstGeom prst="line">
                <a:avLst/>
              </a:prstGeom>
              <a:noFill/>
              <a:ln w="2222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7698" name="Object 24"/>
              <p:cNvGraphicFramePr>
                <a:graphicFrameLocks noChangeAspect="1"/>
              </p:cNvGraphicFramePr>
              <p:nvPr/>
            </p:nvGraphicFramePr>
            <p:xfrm>
              <a:off x="4416" y="1536"/>
              <a:ext cx="283" cy="23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7865" name="公式" r:id="rId19" imgW="185931" imgH="147625" progId="Equation.3">
                      <p:embed/>
                    </p:oleObj>
                  </mc:Choice>
                  <mc:Fallback>
                    <p:oleObj name="公式" r:id="rId19" imgW="185931" imgH="147625" progId="Equation.3">
                      <p:embed/>
                      <p:pic>
                        <p:nvPicPr>
                          <p:cNvPr id="0" name="Object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16" y="1536"/>
                            <a:ext cx="283" cy="23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222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77849" name="Object 25"/>
          <p:cNvGraphicFramePr>
            <a:graphicFrameLocks noChangeAspect="1"/>
          </p:cNvGraphicFramePr>
          <p:nvPr/>
        </p:nvGraphicFramePr>
        <p:xfrm>
          <a:off x="6473825" y="3949700"/>
          <a:ext cx="315913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66" name="公式" r:id="rId21" imgW="138321" imgH="147625" progId="Equation.3">
                  <p:embed/>
                </p:oleObj>
              </mc:Choice>
              <mc:Fallback>
                <p:oleObj name="公式" r:id="rId21" imgW="138321" imgH="147625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3825" y="3949700"/>
                        <a:ext cx="315913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50" name="Arc 26"/>
          <p:cNvSpPr>
            <a:spLocks/>
          </p:cNvSpPr>
          <p:nvPr/>
        </p:nvSpPr>
        <p:spPr bwMode="auto">
          <a:xfrm>
            <a:off x="6748463" y="3825875"/>
            <a:ext cx="82550" cy="123825"/>
          </a:xfrm>
          <a:custGeom>
            <a:avLst/>
            <a:gdLst>
              <a:gd name="T0" fmla="*/ 0 w 21600"/>
              <a:gd name="T1" fmla="*/ 0 h 32311"/>
              <a:gd name="T2" fmla="*/ 273963 w 21600"/>
              <a:gd name="T3" fmla="*/ 474533 h 32311"/>
              <a:gd name="T4" fmla="*/ 0 w 21600"/>
              <a:gd name="T5" fmla="*/ 317225 h 3231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32311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5356"/>
                  <a:pt x="20620" y="29048"/>
                  <a:pt x="18757" y="32311"/>
                </a:cubicBezTo>
              </a:path>
              <a:path w="21600" h="32311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5356"/>
                  <a:pt x="20620" y="29048"/>
                  <a:pt x="18757" y="32311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7851" name="Group 27"/>
          <p:cNvGrpSpPr>
            <a:grpSpLocks/>
          </p:cNvGrpSpPr>
          <p:nvPr/>
        </p:nvGrpSpPr>
        <p:grpSpPr bwMode="auto">
          <a:xfrm>
            <a:off x="7366000" y="3262313"/>
            <a:ext cx="315913" cy="1030287"/>
            <a:chOff x="4656" y="1968"/>
            <a:chExt cx="221" cy="720"/>
          </a:xfrm>
        </p:grpSpPr>
        <p:graphicFrame>
          <p:nvGraphicFramePr>
            <p:cNvPr id="27693" name="Object 28"/>
            <p:cNvGraphicFramePr>
              <a:graphicFrameLocks noChangeAspect="1"/>
            </p:cNvGraphicFramePr>
            <p:nvPr/>
          </p:nvGraphicFramePr>
          <p:xfrm>
            <a:off x="4656" y="2448"/>
            <a:ext cx="221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867" name="公式" r:id="rId23" imgW="138321" imgH="147625" progId="Equation.3">
                    <p:embed/>
                  </p:oleObj>
                </mc:Choice>
                <mc:Fallback>
                  <p:oleObj name="公式" r:id="rId23" imgW="138321" imgH="147625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6" y="2448"/>
                          <a:ext cx="221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94" name="Line 29"/>
            <p:cNvSpPr>
              <a:spLocks noChangeShapeType="1"/>
            </p:cNvSpPr>
            <p:nvPr/>
          </p:nvSpPr>
          <p:spPr bwMode="auto">
            <a:xfrm>
              <a:off x="4752" y="1968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77854" name="Object 30"/>
          <p:cNvGraphicFramePr>
            <a:graphicFrameLocks noChangeAspect="1"/>
          </p:cNvGraphicFramePr>
          <p:nvPr/>
        </p:nvGraphicFramePr>
        <p:xfrm>
          <a:off x="7515225" y="3468688"/>
          <a:ext cx="293688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68" name="公式" r:id="rId25" imgW="128799" imgH="147625" progId="Equation.3">
                  <p:embed/>
                </p:oleObj>
              </mc:Choice>
              <mc:Fallback>
                <p:oleObj name="公式" r:id="rId25" imgW="128799" imgH="147625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15225" y="3468688"/>
                        <a:ext cx="293688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7855" name="Group 31"/>
          <p:cNvGrpSpPr>
            <a:grpSpLocks/>
          </p:cNvGrpSpPr>
          <p:nvPr/>
        </p:nvGrpSpPr>
        <p:grpSpPr bwMode="auto">
          <a:xfrm>
            <a:off x="6473825" y="3468688"/>
            <a:ext cx="292100" cy="481012"/>
            <a:chOff x="4032" y="2112"/>
            <a:chExt cx="204" cy="336"/>
          </a:xfrm>
        </p:grpSpPr>
        <p:graphicFrame>
          <p:nvGraphicFramePr>
            <p:cNvPr id="27691" name="Object 32"/>
            <p:cNvGraphicFramePr>
              <a:graphicFrameLocks noChangeAspect="1"/>
            </p:cNvGraphicFramePr>
            <p:nvPr/>
          </p:nvGraphicFramePr>
          <p:xfrm>
            <a:off x="4032" y="2112"/>
            <a:ext cx="204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869" name="公式" r:id="rId27" imgW="128799" imgH="128545" progId="Equation.3">
                    <p:embed/>
                  </p:oleObj>
                </mc:Choice>
                <mc:Fallback>
                  <p:oleObj name="公式" r:id="rId27" imgW="128799" imgH="128545" progId="Equation.3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" y="2112"/>
                          <a:ext cx="204" cy="2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92" name="Line 33"/>
            <p:cNvSpPr>
              <a:spLocks noChangeShapeType="1"/>
            </p:cNvSpPr>
            <p:nvPr/>
          </p:nvSpPr>
          <p:spPr bwMode="auto">
            <a:xfrm>
              <a:off x="4128" y="2256"/>
              <a:ext cx="96" cy="192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7858" name="Group 34"/>
          <p:cNvGrpSpPr>
            <a:grpSpLocks/>
          </p:cNvGrpSpPr>
          <p:nvPr/>
        </p:nvGrpSpPr>
        <p:grpSpPr bwMode="auto">
          <a:xfrm>
            <a:off x="7366000" y="2968625"/>
            <a:ext cx="636588" cy="485775"/>
            <a:chOff x="4656" y="1763"/>
            <a:chExt cx="445" cy="339"/>
          </a:xfrm>
        </p:grpSpPr>
        <p:grpSp>
          <p:nvGrpSpPr>
            <p:cNvPr id="27687" name="Group 35"/>
            <p:cNvGrpSpPr>
              <a:grpSpLocks/>
            </p:cNvGrpSpPr>
            <p:nvPr/>
          </p:nvGrpSpPr>
          <p:grpSpPr bwMode="auto">
            <a:xfrm>
              <a:off x="4656" y="1863"/>
              <a:ext cx="249" cy="239"/>
              <a:chOff x="4656" y="1863"/>
              <a:chExt cx="249" cy="239"/>
            </a:xfrm>
          </p:grpSpPr>
          <p:sp>
            <p:nvSpPr>
              <p:cNvPr id="27689" name="Arc 36"/>
              <p:cNvSpPr>
                <a:spLocks/>
              </p:cNvSpPr>
              <p:nvPr/>
            </p:nvSpPr>
            <p:spPr bwMode="auto">
              <a:xfrm>
                <a:off x="4848" y="1863"/>
                <a:ext cx="57" cy="86"/>
              </a:xfrm>
              <a:custGeom>
                <a:avLst/>
                <a:gdLst>
                  <a:gd name="T0" fmla="*/ 0 w 21600"/>
                  <a:gd name="T1" fmla="*/ 0 h 32311"/>
                  <a:gd name="T2" fmla="*/ 0 w 21600"/>
                  <a:gd name="T3" fmla="*/ 0 h 32311"/>
                  <a:gd name="T4" fmla="*/ 0 w 21600"/>
                  <a:gd name="T5" fmla="*/ 0 h 3231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32311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5356"/>
                      <a:pt x="20620" y="29048"/>
                      <a:pt x="18757" y="32311"/>
                    </a:cubicBezTo>
                  </a:path>
                  <a:path w="21600" h="32311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5356"/>
                      <a:pt x="20620" y="29048"/>
                      <a:pt x="18757" y="32311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90" name="Arc 37"/>
              <p:cNvSpPr>
                <a:spLocks/>
              </p:cNvSpPr>
              <p:nvPr/>
            </p:nvSpPr>
            <p:spPr bwMode="auto">
              <a:xfrm rot="10800000">
                <a:off x="4656" y="2016"/>
                <a:ext cx="57" cy="86"/>
              </a:xfrm>
              <a:custGeom>
                <a:avLst/>
                <a:gdLst>
                  <a:gd name="T0" fmla="*/ 0 w 21600"/>
                  <a:gd name="T1" fmla="*/ 0 h 32311"/>
                  <a:gd name="T2" fmla="*/ 0 w 21600"/>
                  <a:gd name="T3" fmla="*/ 0 h 32311"/>
                  <a:gd name="T4" fmla="*/ 0 w 21600"/>
                  <a:gd name="T5" fmla="*/ 0 h 3231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32311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5356"/>
                      <a:pt x="20620" y="29048"/>
                      <a:pt x="18757" y="32311"/>
                    </a:cubicBezTo>
                  </a:path>
                  <a:path w="21600" h="32311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5356"/>
                      <a:pt x="20620" y="29048"/>
                      <a:pt x="18757" y="32311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27688" name="Object 38"/>
            <p:cNvGraphicFramePr>
              <a:graphicFrameLocks noChangeAspect="1"/>
            </p:cNvGraphicFramePr>
            <p:nvPr/>
          </p:nvGraphicFramePr>
          <p:xfrm>
            <a:off x="4896" y="1763"/>
            <a:ext cx="205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870" name="公式" r:id="rId29" imgW="128799" imgH="128545" progId="Equation.3">
                    <p:embed/>
                  </p:oleObj>
                </mc:Choice>
                <mc:Fallback>
                  <p:oleObj name="公式" r:id="rId29" imgW="128799" imgH="128545" progId="Equation.3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96" y="1763"/>
                          <a:ext cx="205" cy="2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7863" name="Line 39"/>
          <p:cNvSpPr>
            <a:spLocks noChangeShapeType="1"/>
          </p:cNvSpPr>
          <p:nvPr/>
        </p:nvSpPr>
        <p:spPr bwMode="auto">
          <a:xfrm>
            <a:off x="7512050" y="3262313"/>
            <a:ext cx="515938" cy="5270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864" name="Text Box 40"/>
          <p:cNvSpPr txBox="1">
            <a:spLocks noChangeArrowheads="1"/>
          </p:cNvSpPr>
          <p:nvPr/>
        </p:nvSpPr>
        <p:spPr bwMode="auto">
          <a:xfrm>
            <a:off x="4267200" y="1371600"/>
            <a:ext cx="457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取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轴平行于光线反射方向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,</a:t>
            </a:r>
          </a:p>
        </p:txBody>
      </p:sp>
      <p:sp>
        <p:nvSpPr>
          <p:cNvPr id="77865" name="Text Box 41"/>
          <p:cNvSpPr txBox="1">
            <a:spLocks noChangeArrowheads="1"/>
          </p:cNvSpPr>
          <p:nvPr/>
        </p:nvSpPr>
        <p:spPr bwMode="auto">
          <a:xfrm>
            <a:off x="304800" y="4038600"/>
            <a:ext cx="3429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从而      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AO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=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OM</a:t>
            </a:r>
            <a:endParaRPr kumimoji="1" lang="en-US" altLang="zh-CN" sz="2800"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77866" name="Object 42"/>
          <p:cNvGraphicFramePr>
            <a:graphicFrameLocks noChangeAspect="1"/>
          </p:cNvGraphicFramePr>
          <p:nvPr/>
        </p:nvGraphicFramePr>
        <p:xfrm>
          <a:off x="1828800" y="4684713"/>
          <a:ext cx="1638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71" name="Equation" r:id="rId31" imgW="1623763" imgH="300272" progId="Equation.3">
                  <p:embed/>
                </p:oleObj>
              </mc:Choice>
              <mc:Fallback>
                <p:oleObj name="Equation" r:id="rId31" imgW="1623763" imgH="300272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4684713"/>
                        <a:ext cx="16383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67" name="Text Box 43"/>
          <p:cNvSpPr txBox="1">
            <a:spLocks noChangeArrowheads="1"/>
          </p:cNvSpPr>
          <p:nvPr/>
        </p:nvSpPr>
        <p:spPr bwMode="auto">
          <a:xfrm>
            <a:off x="5441950" y="319088"/>
            <a:ext cx="34734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/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要求点光源的光线反 </a:t>
            </a:r>
          </a:p>
        </p:txBody>
      </p:sp>
      <p:sp>
        <p:nvSpPr>
          <p:cNvPr id="77868" name="Text Box 44"/>
          <p:cNvSpPr txBox="1">
            <a:spLocks noChangeArrowheads="1"/>
          </p:cNvSpPr>
          <p:nvPr/>
        </p:nvSpPr>
        <p:spPr bwMode="auto">
          <a:xfrm>
            <a:off x="304800" y="852488"/>
            <a:ext cx="40068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/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射出去有良好的方向性 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, </a:t>
            </a:r>
          </a:p>
        </p:txBody>
      </p:sp>
      <p:sp>
        <p:nvSpPr>
          <p:cNvPr id="77869" name="Text Box 45"/>
          <p:cNvSpPr txBox="1">
            <a:spLocks noChangeArrowheads="1"/>
          </p:cNvSpPr>
          <p:nvPr/>
        </p:nvSpPr>
        <p:spPr bwMode="auto">
          <a:xfrm>
            <a:off x="4114800" y="838200"/>
            <a:ext cx="3562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/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试求反射镜面的形状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. </a:t>
            </a:r>
          </a:p>
        </p:txBody>
      </p:sp>
      <p:sp>
        <p:nvSpPr>
          <p:cNvPr id="77870" name="Text Box 46"/>
          <p:cNvSpPr txBox="1">
            <a:spLocks noChangeArrowheads="1"/>
          </p:cNvSpPr>
          <p:nvPr/>
        </p:nvSpPr>
        <p:spPr bwMode="auto">
          <a:xfrm>
            <a:off x="609600" y="4567238"/>
            <a:ext cx="12811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/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而 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</a:rPr>
              <a:t>AO </a:t>
            </a:r>
          </a:p>
        </p:txBody>
      </p:sp>
      <p:sp>
        <p:nvSpPr>
          <p:cNvPr id="77871" name="Text Box 47"/>
          <p:cNvSpPr txBox="1">
            <a:spLocks noChangeArrowheads="1"/>
          </p:cNvSpPr>
          <p:nvPr/>
        </p:nvSpPr>
        <p:spPr bwMode="auto">
          <a:xfrm>
            <a:off x="304800" y="5729288"/>
            <a:ext cx="29956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于是得微分方程 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: </a:t>
            </a:r>
          </a:p>
        </p:txBody>
      </p:sp>
      <p:graphicFrame>
        <p:nvGraphicFramePr>
          <p:cNvPr id="77872" name="Object 48"/>
          <p:cNvGraphicFramePr>
            <a:graphicFrameLocks noChangeAspect="1"/>
          </p:cNvGraphicFramePr>
          <p:nvPr/>
        </p:nvGraphicFramePr>
        <p:xfrm>
          <a:off x="3810000" y="5562600"/>
          <a:ext cx="8763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72" name="Equation" r:id="rId33" imgW="861998" imgH="909854" progId="Equation.3">
                  <p:embed/>
                </p:oleObj>
              </mc:Choice>
              <mc:Fallback>
                <p:oleObj name="Equation" r:id="rId33" imgW="861998" imgH="909854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5562600"/>
                        <a:ext cx="8763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73" name="Object 49"/>
          <p:cNvGraphicFramePr>
            <a:graphicFrameLocks noChangeAspect="1"/>
          </p:cNvGraphicFramePr>
          <p:nvPr/>
        </p:nvGraphicFramePr>
        <p:xfrm>
          <a:off x="4760913" y="5713413"/>
          <a:ext cx="17018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73" name="Equation" r:id="rId35" imgW="1690919" imgH="528740" progId="Equation.3">
                  <p:embed/>
                </p:oleObj>
              </mc:Choice>
              <mc:Fallback>
                <p:oleObj name="Equation" r:id="rId35" imgW="1690919" imgH="528740" progId="Equation.3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0913" y="5713413"/>
                        <a:ext cx="17018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7874" name="Group 50"/>
          <p:cNvGrpSpPr>
            <a:grpSpLocks/>
          </p:cNvGrpSpPr>
          <p:nvPr/>
        </p:nvGrpSpPr>
        <p:grpSpPr bwMode="auto">
          <a:xfrm>
            <a:off x="7023100" y="2849563"/>
            <a:ext cx="1304925" cy="2198687"/>
            <a:chOff x="4424" y="1795"/>
            <a:chExt cx="822" cy="1385"/>
          </a:xfrm>
        </p:grpSpPr>
        <p:grpSp>
          <p:nvGrpSpPr>
            <p:cNvPr id="27682" name="Group 51"/>
            <p:cNvGrpSpPr>
              <a:grpSpLocks/>
            </p:cNvGrpSpPr>
            <p:nvPr/>
          </p:nvGrpSpPr>
          <p:grpSpPr bwMode="auto">
            <a:xfrm>
              <a:off x="4424" y="1795"/>
              <a:ext cx="822" cy="1385"/>
              <a:chOff x="4424" y="1795"/>
              <a:chExt cx="822" cy="1385"/>
            </a:xfrm>
          </p:grpSpPr>
          <p:sp>
            <p:nvSpPr>
              <p:cNvPr id="27684" name="Freeform 52"/>
              <p:cNvSpPr>
                <a:spLocks/>
              </p:cNvSpPr>
              <p:nvPr/>
            </p:nvSpPr>
            <p:spPr bwMode="auto">
              <a:xfrm>
                <a:off x="4424" y="1795"/>
                <a:ext cx="605" cy="1385"/>
              </a:xfrm>
              <a:custGeom>
                <a:avLst/>
                <a:gdLst>
                  <a:gd name="T0" fmla="*/ 545 w 672"/>
                  <a:gd name="T1" fmla="*/ 0 h 1536"/>
                  <a:gd name="T2" fmla="*/ 156 w 672"/>
                  <a:gd name="T3" fmla="*/ 312 h 1536"/>
                  <a:gd name="T4" fmla="*/ 0 w 672"/>
                  <a:gd name="T5" fmla="*/ 625 h 1536"/>
                  <a:gd name="T6" fmla="*/ 156 w 672"/>
                  <a:gd name="T7" fmla="*/ 937 h 1536"/>
                  <a:gd name="T8" fmla="*/ 545 w 672"/>
                  <a:gd name="T9" fmla="*/ 1249 h 15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72" h="1536">
                    <a:moveTo>
                      <a:pt x="672" y="0"/>
                    </a:moveTo>
                    <a:cubicBezTo>
                      <a:pt x="488" y="128"/>
                      <a:pt x="304" y="256"/>
                      <a:pt x="192" y="384"/>
                    </a:cubicBezTo>
                    <a:cubicBezTo>
                      <a:pt x="80" y="512"/>
                      <a:pt x="0" y="640"/>
                      <a:pt x="0" y="768"/>
                    </a:cubicBezTo>
                    <a:cubicBezTo>
                      <a:pt x="0" y="896"/>
                      <a:pt x="80" y="1024"/>
                      <a:pt x="192" y="1152"/>
                    </a:cubicBezTo>
                    <a:cubicBezTo>
                      <a:pt x="304" y="1280"/>
                      <a:pt x="592" y="1472"/>
                      <a:pt x="672" y="1536"/>
                    </a:cubicBez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85" name="Line 53"/>
              <p:cNvSpPr>
                <a:spLocks noChangeShapeType="1"/>
              </p:cNvSpPr>
              <p:nvPr/>
            </p:nvSpPr>
            <p:spPr bwMode="auto">
              <a:xfrm>
                <a:off x="4727" y="2034"/>
                <a:ext cx="519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86" name="Line 54"/>
              <p:cNvSpPr>
                <a:spLocks noChangeShapeType="1"/>
              </p:cNvSpPr>
              <p:nvPr/>
            </p:nvSpPr>
            <p:spPr bwMode="auto">
              <a:xfrm flipV="1">
                <a:off x="4597" y="2012"/>
                <a:ext cx="130" cy="476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7683" name="Oval 55"/>
            <p:cNvSpPr>
              <a:spLocks noChangeArrowheads="1"/>
            </p:cNvSpPr>
            <p:nvPr/>
          </p:nvSpPr>
          <p:spPr bwMode="auto">
            <a:xfrm>
              <a:off x="4574" y="2462"/>
              <a:ext cx="34" cy="34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9pPr>
            </a:lstStyle>
            <a:p>
              <a:pPr eaLnBrk="1" hangingPunct="1"/>
              <a:endParaRPr kumimoji="1" lang="zh-CN" altLang="en-US" sz="28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7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78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78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7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7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7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7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7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7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778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77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77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77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77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77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77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77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77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77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77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77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77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77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778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77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77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77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77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77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77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77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32" grpId="0" autoUpdateAnimBg="0"/>
      <p:bldP spid="77834" grpId="0" autoUpdateAnimBg="0"/>
      <p:bldP spid="77835" grpId="0" build="p" autoUpdateAnimBg="0"/>
      <p:bldP spid="77837" grpId="0" build="p" autoUpdateAnimBg="0" advAuto="0"/>
      <p:bldP spid="77838" grpId="0" autoUpdateAnimBg="0"/>
      <p:bldP spid="77839" grpId="0" autoUpdateAnimBg="0"/>
      <p:bldP spid="77840" grpId="0" animBg="1" autoUpdateAnimBg="0"/>
      <p:bldP spid="77864" grpId="0" autoUpdateAnimBg="0"/>
      <p:bldP spid="77865" grpId="0" autoUpdateAnimBg="0"/>
      <p:bldP spid="77867" grpId="0" build="p" autoUpdateAnimBg="0"/>
      <p:bldP spid="77868" grpId="0" build="p" autoUpdateAnimBg="0" advAuto="0"/>
      <p:bldP spid="77869" grpId="0" build="p" autoUpdateAnimBg="0"/>
      <p:bldP spid="77870" grpId="0" build="p" autoUpdateAnimBg="0"/>
      <p:bldP spid="77871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2"/>
          <p:cNvSpPr txBox="1">
            <a:spLocks noChangeArrowheads="1"/>
          </p:cNvSpPr>
          <p:nvPr/>
        </p:nvSpPr>
        <p:spPr bwMode="auto">
          <a:xfrm>
            <a:off x="609600" y="381000"/>
            <a:ext cx="548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利用曲线的对称性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不妨设</a:t>
            </a:r>
            <a:r>
              <a:rPr kumimoji="1" lang="zh-CN" altLang="en-US" sz="2800" i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</a:rPr>
              <a:t>y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 &gt; 0,</a:t>
            </a:r>
          </a:p>
        </p:txBody>
      </p:sp>
      <p:graphicFrame>
        <p:nvGraphicFramePr>
          <p:cNvPr id="78851" name="Object 3"/>
          <p:cNvGraphicFramePr>
            <a:graphicFrameLocks noChangeAspect="1"/>
          </p:cNvGraphicFramePr>
          <p:nvPr/>
        </p:nvGraphicFramePr>
        <p:xfrm>
          <a:off x="1738313" y="898525"/>
          <a:ext cx="2986087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24" name="Equation" r:id="rId3" imgW="2957354" imgH="909854" progId="Equation.3">
                  <p:embed/>
                </p:oleObj>
              </mc:Choice>
              <mc:Fallback>
                <p:oleObj name="Equation" r:id="rId3" imgW="2957354" imgH="909854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8313" y="898525"/>
                        <a:ext cx="2986087" cy="93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52" name="Object 4"/>
          <p:cNvGraphicFramePr>
            <a:graphicFrameLocks noChangeAspect="1"/>
          </p:cNvGraphicFramePr>
          <p:nvPr/>
        </p:nvGraphicFramePr>
        <p:xfrm>
          <a:off x="4038600" y="914400"/>
          <a:ext cx="241300" cy="83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25" name="Equation" r:id="rId5" imgW="252585" imgH="909854" progId="Equation.3">
                  <p:embed/>
                </p:oleObj>
              </mc:Choice>
              <mc:Fallback>
                <p:oleObj name="Equation" r:id="rId5" imgW="252585" imgH="909854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914400"/>
                        <a:ext cx="241300" cy="839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53" name="Object 5"/>
          <p:cNvGraphicFramePr>
            <a:graphicFrameLocks noChangeAspect="1"/>
          </p:cNvGraphicFramePr>
          <p:nvPr/>
        </p:nvGraphicFramePr>
        <p:xfrm>
          <a:off x="4173538" y="1914525"/>
          <a:ext cx="1460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26" name="Equation" r:id="rId7" imgW="1442844" imgH="414255" progId="Equation.3">
                  <p:embed/>
                </p:oleObj>
              </mc:Choice>
              <mc:Fallback>
                <p:oleObj name="Equation" r:id="rId7" imgW="1442844" imgH="41425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3538" y="1914525"/>
                        <a:ext cx="14605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54" name="Object 6"/>
          <p:cNvGraphicFramePr>
            <a:graphicFrameLocks noChangeAspect="1"/>
          </p:cNvGraphicFramePr>
          <p:nvPr/>
        </p:nvGraphicFramePr>
        <p:xfrm>
          <a:off x="2643188" y="1676400"/>
          <a:ext cx="1389062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27" name="Equation" r:id="rId9" imgW="1385712" imgH="909854" progId="Equation.3">
                  <p:embed/>
                </p:oleObj>
              </mc:Choice>
              <mc:Fallback>
                <p:oleObj name="Equation" r:id="rId9" imgW="1385712" imgH="909854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3188" y="1676400"/>
                        <a:ext cx="1389062" cy="923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55" name="Object 7"/>
          <p:cNvGraphicFramePr>
            <a:graphicFrameLocks noChangeAspect="1"/>
          </p:cNvGraphicFramePr>
          <p:nvPr/>
        </p:nvGraphicFramePr>
        <p:xfrm>
          <a:off x="1474788" y="2540000"/>
          <a:ext cx="2259012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28" name="Equation" r:id="rId11" imgW="2243199" imgH="909854" progId="Equation.3">
                  <p:embed/>
                </p:oleObj>
              </mc:Choice>
              <mc:Fallback>
                <p:oleObj name="Equation" r:id="rId11" imgW="2243199" imgH="909854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4788" y="2540000"/>
                        <a:ext cx="2259012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56" name="Object 8"/>
          <p:cNvGraphicFramePr>
            <a:graphicFrameLocks noChangeAspect="1"/>
          </p:cNvGraphicFramePr>
          <p:nvPr/>
        </p:nvGraphicFramePr>
        <p:xfrm>
          <a:off x="5843588" y="1676400"/>
          <a:ext cx="2005012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29" name="Equation" r:id="rId13" imgW="1995625" imgH="909854" progId="Equation.3">
                  <p:embed/>
                </p:oleObj>
              </mc:Choice>
              <mc:Fallback>
                <p:oleObj name="Equation" r:id="rId13" imgW="1995625" imgH="909854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3588" y="1676400"/>
                        <a:ext cx="2005012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57" name="Object 9"/>
          <p:cNvGraphicFramePr>
            <a:graphicFrameLocks noChangeAspect="1"/>
          </p:cNvGraphicFramePr>
          <p:nvPr/>
        </p:nvGraphicFramePr>
        <p:xfrm>
          <a:off x="1622425" y="3378200"/>
          <a:ext cx="4168775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30" name="公式" r:id="rId15" imgW="1767096" imgH="290732" progId="Equation.3">
                  <p:embed/>
                </p:oleObj>
              </mc:Choice>
              <mc:Fallback>
                <p:oleObj name="公式" r:id="rId15" imgW="1767096" imgH="290732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2425" y="3378200"/>
                        <a:ext cx="4168775" cy="709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58" name="Text Box 10"/>
          <p:cNvSpPr txBox="1">
            <a:spLocks noChangeArrowheads="1"/>
          </p:cNvSpPr>
          <p:nvPr/>
        </p:nvSpPr>
        <p:spPr bwMode="auto">
          <a:xfrm>
            <a:off x="327025" y="3524250"/>
            <a:ext cx="160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积分得</a:t>
            </a:r>
          </a:p>
        </p:txBody>
      </p:sp>
      <p:sp>
        <p:nvSpPr>
          <p:cNvPr id="78859" name="Text Box 11"/>
          <p:cNvSpPr txBox="1">
            <a:spLocks noChangeArrowheads="1"/>
          </p:cNvSpPr>
          <p:nvPr/>
        </p:nvSpPr>
        <p:spPr bwMode="auto">
          <a:xfrm>
            <a:off x="347663" y="4306888"/>
            <a:ext cx="11001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故有</a:t>
            </a:r>
          </a:p>
        </p:txBody>
      </p:sp>
      <p:graphicFrame>
        <p:nvGraphicFramePr>
          <p:cNvPr id="78860" name="Object 12"/>
          <p:cNvGraphicFramePr>
            <a:graphicFrameLocks noChangeAspect="1"/>
          </p:cNvGraphicFramePr>
          <p:nvPr/>
        </p:nvGraphicFramePr>
        <p:xfrm>
          <a:off x="2095500" y="4064000"/>
          <a:ext cx="20193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31" name="Equation" r:id="rId17" imgW="2005147" imgH="947514" progId="Equation.3">
                  <p:embed/>
                </p:oleObj>
              </mc:Choice>
              <mc:Fallback>
                <p:oleObj name="Equation" r:id="rId17" imgW="2005147" imgH="947514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5500" y="4064000"/>
                        <a:ext cx="20193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61" name="Object 13"/>
          <p:cNvGraphicFramePr>
            <a:graphicFrameLocks noChangeAspect="1"/>
          </p:cNvGraphicFramePr>
          <p:nvPr/>
        </p:nvGraphicFramePr>
        <p:xfrm>
          <a:off x="419100" y="5219700"/>
          <a:ext cx="19431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32" name="Equation" r:id="rId19" imgW="1928971" imgH="433336" progId="Equation.3">
                  <p:embed/>
                </p:oleObj>
              </mc:Choice>
              <mc:Fallback>
                <p:oleObj name="Equation" r:id="rId19" imgW="1928971" imgH="433336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" y="5219700"/>
                        <a:ext cx="19431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62" name="Text Box 14"/>
          <p:cNvSpPr txBox="1">
            <a:spLocks noChangeArrowheads="1"/>
          </p:cNvSpPr>
          <p:nvPr/>
        </p:nvSpPr>
        <p:spPr bwMode="auto">
          <a:xfrm>
            <a:off x="2362200" y="5119688"/>
            <a:ext cx="1219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得</a:t>
            </a:r>
          </a:p>
        </p:txBody>
      </p:sp>
      <p:sp>
        <p:nvSpPr>
          <p:cNvPr id="78863" name="Line 15"/>
          <p:cNvSpPr>
            <a:spLocks noChangeShapeType="1"/>
          </p:cNvSpPr>
          <p:nvPr/>
        </p:nvSpPr>
        <p:spPr bwMode="auto">
          <a:xfrm>
            <a:off x="2362200" y="1752600"/>
            <a:ext cx="0" cy="7620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78864" name="Object 16"/>
          <p:cNvGraphicFramePr>
            <a:graphicFrameLocks noChangeAspect="1"/>
          </p:cNvGraphicFramePr>
          <p:nvPr/>
        </p:nvGraphicFramePr>
        <p:xfrm>
          <a:off x="2933700" y="5016500"/>
          <a:ext cx="24765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33" name="Equation" r:id="rId21" imgW="2462207" imgH="833531" progId="Equation.3">
                  <p:embed/>
                </p:oleObj>
              </mc:Choice>
              <mc:Fallback>
                <p:oleObj name="Equation" r:id="rId21" imgW="2462207" imgH="833531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3700" y="5016500"/>
                        <a:ext cx="24765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65" name="Text Box 17"/>
          <p:cNvSpPr txBox="1">
            <a:spLocks noChangeArrowheads="1"/>
          </p:cNvSpPr>
          <p:nvPr/>
        </p:nvSpPr>
        <p:spPr bwMode="auto">
          <a:xfrm>
            <a:off x="5410200" y="5138738"/>
            <a:ext cx="2362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kumimoji="1" lang="en-US" altLang="zh-CN" sz="24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zh-CN" altLang="en-US" sz="24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抛物线</a:t>
            </a:r>
            <a:r>
              <a:rPr kumimoji="1" lang="en-US" altLang="zh-CN" sz="24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</p:txBody>
      </p:sp>
      <p:sp>
        <p:nvSpPr>
          <p:cNvPr id="78866" name="Rectangle 18"/>
          <p:cNvSpPr>
            <a:spLocks noChangeArrowheads="1"/>
          </p:cNvSpPr>
          <p:nvPr/>
        </p:nvSpPr>
        <p:spPr bwMode="auto">
          <a:xfrm>
            <a:off x="5867400" y="3352800"/>
            <a:ext cx="2895600" cy="167640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/>
            <a:endParaRPr kumimoji="1" lang="zh-CN" altLang="en-US" sz="28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78867" name="Object 19"/>
          <p:cNvGraphicFramePr>
            <a:graphicFrameLocks noChangeAspect="1"/>
          </p:cNvGraphicFramePr>
          <p:nvPr/>
        </p:nvGraphicFramePr>
        <p:xfrm>
          <a:off x="6135688" y="4178300"/>
          <a:ext cx="2474912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34" name="Equation" r:id="rId23" imgW="2462207" imgH="833531" progId="Equation.3">
                  <p:embed/>
                </p:oleObj>
              </mc:Choice>
              <mc:Fallback>
                <p:oleObj name="Equation" r:id="rId23" imgW="2462207" imgH="833531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5688" y="4178300"/>
                        <a:ext cx="2474912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68" name="Object 20"/>
          <p:cNvGraphicFramePr>
            <a:graphicFrameLocks noChangeAspect="1"/>
          </p:cNvGraphicFramePr>
          <p:nvPr/>
        </p:nvGraphicFramePr>
        <p:xfrm>
          <a:off x="6084888" y="3416300"/>
          <a:ext cx="2297112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35" name="Equation" r:id="rId25" imgW="2281287" imgH="833531" progId="Equation.3">
                  <p:embed/>
                </p:oleObj>
              </mc:Choice>
              <mc:Fallback>
                <p:oleObj name="Equation" r:id="rId25" imgW="2281287" imgH="833531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888" y="3416300"/>
                        <a:ext cx="2297112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69" name="Text Box 21"/>
          <p:cNvSpPr txBox="1">
            <a:spLocks noChangeArrowheads="1"/>
          </p:cNvSpPr>
          <p:nvPr/>
        </p:nvSpPr>
        <p:spPr bwMode="auto">
          <a:xfrm>
            <a:off x="304800" y="5729288"/>
            <a:ext cx="4419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  <a:ea typeface="楷体_GB2312" pitchFamily="49" charset="-122"/>
              </a:rPr>
              <a:t>故反射镜面为旋转抛物面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78870" name="Text Box 22"/>
          <p:cNvSpPr txBox="1">
            <a:spLocks noChangeArrowheads="1"/>
          </p:cNvSpPr>
          <p:nvPr/>
        </p:nvSpPr>
        <p:spPr bwMode="auto">
          <a:xfrm>
            <a:off x="5715000" y="381000"/>
            <a:ext cx="251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于是方程化为</a:t>
            </a:r>
          </a:p>
        </p:txBody>
      </p:sp>
      <p:sp>
        <p:nvSpPr>
          <p:cNvPr id="78871" name="Text Box 23"/>
          <p:cNvSpPr txBox="1">
            <a:spLocks noChangeArrowheads="1"/>
          </p:cNvSpPr>
          <p:nvPr/>
        </p:nvSpPr>
        <p:spPr bwMode="auto">
          <a:xfrm>
            <a:off x="5013325" y="981075"/>
            <a:ext cx="16954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/>
            <a:r>
              <a:rPr kumimoji="1" lang="en-US" altLang="zh-CN" sz="24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zh-CN" altLang="en-US" sz="24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齐次方程</a:t>
            </a:r>
            <a:r>
              <a:rPr kumimoji="1" lang="en-US" altLang="zh-CN" sz="24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  <p:graphicFrame>
        <p:nvGraphicFramePr>
          <p:cNvPr id="28696" name="Object 31"/>
          <p:cNvGraphicFramePr>
            <a:graphicFrameLocks noChangeAspect="1"/>
          </p:cNvGraphicFramePr>
          <p:nvPr/>
        </p:nvGraphicFramePr>
        <p:xfrm>
          <a:off x="6167438" y="5597525"/>
          <a:ext cx="8763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36" name="Equation" r:id="rId27" imgW="861998" imgH="909854" progId="Equation.3">
                  <p:embed/>
                </p:oleObj>
              </mc:Choice>
              <mc:Fallback>
                <p:oleObj name="Equation" r:id="rId27" imgW="861998" imgH="909854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7438" y="5597525"/>
                        <a:ext cx="8763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97" name="Object 32"/>
          <p:cNvGraphicFramePr>
            <a:graphicFrameLocks noChangeAspect="1"/>
          </p:cNvGraphicFramePr>
          <p:nvPr/>
        </p:nvGraphicFramePr>
        <p:xfrm>
          <a:off x="7118350" y="5748338"/>
          <a:ext cx="17018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37" name="Equation" r:id="rId29" imgW="1690919" imgH="528740" progId="Equation.3">
                  <p:embed/>
                </p:oleObj>
              </mc:Choice>
              <mc:Fallback>
                <p:oleObj name="Equation" r:id="rId29" imgW="1690919" imgH="52874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8350" y="5748338"/>
                        <a:ext cx="17018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8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8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8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88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8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8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8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78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8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78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78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78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78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78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78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78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78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78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78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78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78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8" grpId="0" autoUpdateAnimBg="0"/>
      <p:bldP spid="78859" grpId="0" autoUpdateAnimBg="0"/>
      <p:bldP spid="78862" grpId="0" autoUpdateAnimBg="0"/>
      <p:bldP spid="78865" grpId="0" autoUpdateAnimBg="0"/>
      <p:bldP spid="78866" grpId="0" animBg="1"/>
      <p:bldP spid="78869" grpId="0" autoUpdateAnimBg="0"/>
      <p:bldP spid="78870" grpId="0" autoUpdateAnimBg="0"/>
      <p:bldP spid="78871" grpId="0" build="p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ext Box 2"/>
          <p:cNvSpPr txBox="1">
            <a:spLocks noChangeArrowheads="1"/>
          </p:cNvSpPr>
          <p:nvPr/>
        </p:nvSpPr>
        <p:spPr bwMode="auto">
          <a:xfrm>
            <a:off x="304800" y="2039938"/>
            <a:ext cx="3276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顶到底的距离为</a:t>
            </a:r>
            <a:r>
              <a:rPr kumimoji="1" lang="zh-CN" altLang="en-US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</a:rPr>
              <a:t>h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 ,</a:t>
            </a:r>
          </a:p>
        </p:txBody>
      </p:sp>
      <p:graphicFrame>
        <p:nvGraphicFramePr>
          <p:cNvPr id="79875" name="Object 3"/>
          <p:cNvGraphicFramePr>
            <a:graphicFrameLocks noChangeAspect="1"/>
          </p:cNvGraphicFramePr>
          <p:nvPr/>
        </p:nvGraphicFramePr>
        <p:xfrm>
          <a:off x="3352800" y="3505200"/>
          <a:ext cx="11049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29" name="Equation" r:id="rId3" imgW="1090528" imgH="1004756" progId="Equation.3">
                  <p:embed/>
                </p:oleObj>
              </mc:Choice>
              <mc:Fallback>
                <p:oleObj name="Equation" r:id="rId3" imgW="1090528" imgH="1004756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3505200"/>
                        <a:ext cx="11049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2" name="Rectangle 4"/>
          <p:cNvSpPr>
            <a:spLocks noGrp="1" noChangeArrowheads="1"/>
          </p:cNvSpPr>
          <p:nvPr>
            <p:ph type="title"/>
          </p:nvPr>
        </p:nvSpPr>
        <p:spPr>
          <a:xfrm>
            <a:off x="685800" y="838200"/>
            <a:ext cx="1447800" cy="6096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2800" b="1">
                <a:ea typeface="楷体_GB2312" pitchFamily="49" charset="-122"/>
              </a:rPr>
              <a:t>说明</a:t>
            </a:r>
            <a:r>
              <a:rPr lang="en-US" altLang="zh-CN" sz="2800" b="1">
                <a:ea typeface="楷体_GB2312" pitchFamily="49" charset="-122"/>
              </a:rPr>
              <a:t>:</a:t>
            </a:r>
            <a:endParaRPr lang="en-US" altLang="zh-CN" sz="2800">
              <a:ea typeface="楷体_GB2312" pitchFamily="49" charset="-122"/>
            </a:endParaRPr>
          </a:p>
        </p:txBody>
      </p:sp>
      <p:graphicFrame>
        <p:nvGraphicFramePr>
          <p:cNvPr id="29701" name="Object 5"/>
          <p:cNvGraphicFramePr>
            <a:graphicFrameLocks noChangeAspect="1"/>
          </p:cNvGraphicFramePr>
          <p:nvPr/>
        </p:nvGraphicFramePr>
        <p:xfrm>
          <a:off x="1862138" y="369888"/>
          <a:ext cx="24003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30" name="Equation" r:id="rId5" imgW="2386030" imgH="547821" progId="Equation.3">
                  <p:embed/>
                </p:oleObj>
              </mc:Choice>
              <mc:Fallback>
                <p:oleObj name="Equation" r:id="rId5" imgW="2386030" imgH="547821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2138" y="369888"/>
                        <a:ext cx="24003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78" name="Object 6"/>
          <p:cNvGraphicFramePr>
            <a:graphicFrameLocks noChangeAspect="1"/>
          </p:cNvGraphicFramePr>
          <p:nvPr/>
        </p:nvGraphicFramePr>
        <p:xfrm>
          <a:off x="2044700" y="2590800"/>
          <a:ext cx="27559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31" name="Equation" r:id="rId7" imgW="2738347" imgH="833531" progId="Equation.3">
                  <p:embed/>
                </p:oleObj>
              </mc:Choice>
              <mc:Fallback>
                <p:oleObj name="Equation" r:id="rId7" imgW="2738347" imgH="833531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4700" y="2590800"/>
                        <a:ext cx="27559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79" name="Text Box 7"/>
          <p:cNvSpPr txBox="1">
            <a:spLocks noChangeArrowheads="1"/>
          </p:cNvSpPr>
          <p:nvPr/>
        </p:nvSpPr>
        <p:spPr bwMode="auto">
          <a:xfrm>
            <a:off x="3352800" y="2022475"/>
            <a:ext cx="13731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则将</a:t>
            </a:r>
          </a:p>
        </p:txBody>
      </p:sp>
      <p:sp>
        <p:nvSpPr>
          <p:cNvPr id="79880" name="Text Box 8"/>
          <p:cNvSpPr txBox="1">
            <a:spLocks noChangeArrowheads="1"/>
          </p:cNvSpPr>
          <p:nvPr/>
        </p:nvSpPr>
        <p:spPr bwMode="auto">
          <a:xfrm>
            <a:off x="304800" y="4510088"/>
            <a:ext cx="3657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这时旋转曲面方程为</a:t>
            </a:r>
          </a:p>
        </p:txBody>
      </p:sp>
      <p:graphicFrame>
        <p:nvGraphicFramePr>
          <p:cNvPr id="79881" name="Object 9"/>
          <p:cNvGraphicFramePr>
            <a:graphicFrameLocks noChangeAspect="1"/>
          </p:cNvGraphicFramePr>
          <p:nvPr/>
        </p:nvGraphicFramePr>
        <p:xfrm>
          <a:off x="1905000" y="5105400"/>
          <a:ext cx="35052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32" name="Equation" r:id="rId9" imgW="3491091" imgH="1004756" progId="Equation.3">
                  <p:embed/>
                </p:oleObj>
              </mc:Choice>
              <mc:Fallback>
                <p:oleObj name="Equation" r:id="rId9" imgW="3491091" imgH="1004756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5105400"/>
                        <a:ext cx="35052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82" name="Object 10"/>
          <p:cNvGraphicFramePr>
            <a:graphicFrameLocks noChangeAspect="1"/>
          </p:cNvGraphicFramePr>
          <p:nvPr/>
        </p:nvGraphicFramePr>
        <p:xfrm>
          <a:off x="7543800" y="1981200"/>
          <a:ext cx="312738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33" name="公式" r:id="rId11" imgW="109754" imgH="166706" progId="Equation.3">
                  <p:embed/>
                </p:oleObj>
              </mc:Choice>
              <mc:Fallback>
                <p:oleObj name="公式" r:id="rId11" imgW="109754" imgH="166706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0" y="1981200"/>
                        <a:ext cx="312738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83" name="Line 11"/>
          <p:cNvSpPr>
            <a:spLocks noChangeShapeType="1"/>
          </p:cNvSpPr>
          <p:nvPr/>
        </p:nvSpPr>
        <p:spPr bwMode="auto">
          <a:xfrm>
            <a:off x="7988300" y="914400"/>
            <a:ext cx="0" cy="2209800"/>
          </a:xfrm>
          <a:prstGeom prst="line">
            <a:avLst/>
          </a:prstGeom>
          <a:noFill/>
          <a:ln w="28575">
            <a:solidFill>
              <a:srgbClr val="66FF6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79884" name="Object 12"/>
          <p:cNvGraphicFramePr>
            <a:graphicFrameLocks noChangeAspect="1"/>
          </p:cNvGraphicFramePr>
          <p:nvPr/>
        </p:nvGraphicFramePr>
        <p:xfrm>
          <a:off x="8034338" y="1465263"/>
          <a:ext cx="347662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34" name="公式" r:id="rId13" imgW="128799" imgH="166706" progId="Equation.3">
                  <p:embed/>
                </p:oleObj>
              </mc:Choice>
              <mc:Fallback>
                <p:oleObj name="公式" r:id="rId13" imgW="128799" imgH="166706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34338" y="1465263"/>
                        <a:ext cx="347662" cy="43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85" name="Rectangle 13"/>
          <p:cNvSpPr>
            <a:spLocks noChangeArrowheads="1"/>
          </p:cNvSpPr>
          <p:nvPr/>
        </p:nvSpPr>
        <p:spPr bwMode="auto">
          <a:xfrm>
            <a:off x="661988" y="1371600"/>
            <a:ext cx="5434012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/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若已知反射镜面的底面直径为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 ,</a:t>
            </a:r>
          </a:p>
        </p:txBody>
      </p:sp>
      <p:sp>
        <p:nvSpPr>
          <p:cNvPr id="79886" name="Text Box 14"/>
          <p:cNvSpPr txBox="1">
            <a:spLocks noChangeArrowheads="1"/>
          </p:cNvSpPr>
          <p:nvPr/>
        </p:nvSpPr>
        <p:spPr bwMode="auto">
          <a:xfrm>
            <a:off x="304800" y="3698875"/>
            <a:ext cx="3276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代入通解表达式得</a:t>
            </a:r>
          </a:p>
        </p:txBody>
      </p:sp>
      <p:grpSp>
        <p:nvGrpSpPr>
          <p:cNvPr id="79887" name="Group 15"/>
          <p:cNvGrpSpPr>
            <a:grpSpLocks/>
          </p:cNvGrpSpPr>
          <p:nvPr/>
        </p:nvGrpSpPr>
        <p:grpSpPr bwMode="auto">
          <a:xfrm>
            <a:off x="6019800" y="2057400"/>
            <a:ext cx="1228725" cy="1236663"/>
            <a:chOff x="3792" y="1296"/>
            <a:chExt cx="774" cy="779"/>
          </a:xfrm>
        </p:grpSpPr>
        <p:graphicFrame>
          <p:nvGraphicFramePr>
            <p:cNvPr id="29728" name="Object 16"/>
            <p:cNvGraphicFramePr>
              <a:graphicFrameLocks noChangeAspect="1"/>
            </p:cNvGraphicFramePr>
            <p:nvPr/>
          </p:nvGraphicFramePr>
          <p:xfrm>
            <a:off x="3792" y="1632"/>
            <a:ext cx="774" cy="4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835" name="Equation" r:id="rId15" imgW="519203" imgH="290732" progId="Equation.3">
                    <p:embed/>
                  </p:oleObj>
                </mc:Choice>
                <mc:Fallback>
                  <p:oleObj name="Equation" r:id="rId15" imgW="519203" imgH="290732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1632"/>
                          <a:ext cx="774" cy="4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29" name="Line 17"/>
            <p:cNvSpPr>
              <a:spLocks noChangeShapeType="1"/>
            </p:cNvSpPr>
            <p:nvPr/>
          </p:nvSpPr>
          <p:spPr bwMode="auto">
            <a:xfrm flipV="1">
              <a:off x="4272" y="1296"/>
              <a:ext cx="96" cy="33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9712" name="Group 18"/>
          <p:cNvGrpSpPr>
            <a:grpSpLocks/>
          </p:cNvGrpSpPr>
          <p:nvPr/>
        </p:nvGrpSpPr>
        <p:grpSpPr bwMode="auto">
          <a:xfrm>
            <a:off x="6324600" y="568325"/>
            <a:ext cx="2351088" cy="2533650"/>
            <a:chOff x="3984" y="358"/>
            <a:chExt cx="1481" cy="1596"/>
          </a:xfrm>
        </p:grpSpPr>
        <p:grpSp>
          <p:nvGrpSpPr>
            <p:cNvPr id="29714" name="Group 19"/>
            <p:cNvGrpSpPr>
              <a:grpSpLocks/>
            </p:cNvGrpSpPr>
            <p:nvPr/>
          </p:nvGrpSpPr>
          <p:grpSpPr bwMode="auto">
            <a:xfrm>
              <a:off x="3984" y="358"/>
              <a:ext cx="1481" cy="1596"/>
              <a:chOff x="3992" y="2196"/>
              <a:chExt cx="1481" cy="1596"/>
            </a:xfrm>
          </p:grpSpPr>
          <p:grpSp>
            <p:nvGrpSpPr>
              <p:cNvPr id="29716" name="Group 20"/>
              <p:cNvGrpSpPr>
                <a:grpSpLocks/>
              </p:cNvGrpSpPr>
              <p:nvPr/>
            </p:nvGrpSpPr>
            <p:grpSpPr bwMode="auto">
              <a:xfrm>
                <a:off x="3992" y="2196"/>
                <a:ext cx="1481" cy="1466"/>
                <a:chOff x="3992" y="1584"/>
                <a:chExt cx="1481" cy="1466"/>
              </a:xfrm>
            </p:grpSpPr>
            <p:graphicFrame>
              <p:nvGraphicFramePr>
                <p:cNvPr id="29723" name="Object 21"/>
                <p:cNvGraphicFramePr>
                  <a:graphicFrameLocks noChangeAspect="1"/>
                </p:cNvGraphicFramePr>
                <p:nvPr/>
              </p:nvGraphicFramePr>
              <p:xfrm>
                <a:off x="4427" y="2480"/>
                <a:ext cx="193" cy="21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9836" name="Equation" r:id="rId17" imgW="109754" imgH="128545" progId="Equation.3">
                        <p:embed/>
                      </p:oleObj>
                    </mc:Choice>
                    <mc:Fallback>
                      <p:oleObj name="Equation" r:id="rId17" imgW="109754" imgH="128545" progId="Equation.3">
                        <p:embed/>
                        <p:pic>
                          <p:nvPicPr>
                            <p:cNvPr id="0" name="Object 2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427" y="2480"/>
                              <a:ext cx="193" cy="21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9724" name="Line 22"/>
                <p:cNvSpPr>
                  <a:spLocks noChangeShapeType="1"/>
                </p:cNvSpPr>
                <p:nvPr/>
              </p:nvSpPr>
              <p:spPr bwMode="auto">
                <a:xfrm>
                  <a:off x="3992" y="2488"/>
                  <a:ext cx="1451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29725" name="Object 23"/>
                <p:cNvGraphicFramePr>
                  <a:graphicFrameLocks noChangeAspect="1"/>
                </p:cNvGraphicFramePr>
                <p:nvPr/>
              </p:nvGraphicFramePr>
              <p:xfrm>
                <a:off x="4393" y="1584"/>
                <a:ext cx="215" cy="25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9837" name="Equation" r:id="rId19" imgW="128799" imgH="147625" progId="Equation.3">
                        <p:embed/>
                      </p:oleObj>
                    </mc:Choice>
                    <mc:Fallback>
                      <p:oleObj name="Equation" r:id="rId19" imgW="128799" imgH="147625" progId="Equation.3">
                        <p:embed/>
                        <p:pic>
                          <p:nvPicPr>
                            <p:cNvPr id="0" name="Object 2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393" y="1584"/>
                              <a:ext cx="215" cy="25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9726" name="Object 24"/>
                <p:cNvGraphicFramePr>
                  <a:graphicFrameLocks noChangeAspect="1"/>
                </p:cNvGraphicFramePr>
                <p:nvPr/>
              </p:nvGraphicFramePr>
              <p:xfrm>
                <a:off x="5280" y="2523"/>
                <a:ext cx="193" cy="21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9838" name="Equation" r:id="rId21" imgW="109754" imgH="128545" progId="Equation.3">
                        <p:embed/>
                      </p:oleObj>
                    </mc:Choice>
                    <mc:Fallback>
                      <p:oleObj name="Equation" r:id="rId21" imgW="109754" imgH="128545" progId="Equation.3">
                        <p:embed/>
                        <p:pic>
                          <p:nvPicPr>
                            <p:cNvPr id="0" name="Object 2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280" y="2523"/>
                              <a:ext cx="193" cy="21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9727" name="Line 25"/>
                <p:cNvSpPr>
                  <a:spLocks noChangeShapeType="1"/>
                </p:cNvSpPr>
                <p:nvPr/>
              </p:nvSpPr>
              <p:spPr bwMode="auto">
                <a:xfrm flipV="1">
                  <a:off x="4597" y="1622"/>
                  <a:ext cx="0" cy="142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17" name="Group 26"/>
              <p:cNvGrpSpPr>
                <a:grpSpLocks/>
              </p:cNvGrpSpPr>
              <p:nvPr/>
            </p:nvGrpSpPr>
            <p:grpSpPr bwMode="auto">
              <a:xfrm>
                <a:off x="4424" y="2407"/>
                <a:ext cx="822" cy="1385"/>
                <a:chOff x="4424" y="1795"/>
                <a:chExt cx="822" cy="1385"/>
              </a:xfrm>
            </p:grpSpPr>
            <p:grpSp>
              <p:nvGrpSpPr>
                <p:cNvPr id="29718" name="Group 27"/>
                <p:cNvGrpSpPr>
                  <a:grpSpLocks/>
                </p:cNvGrpSpPr>
                <p:nvPr/>
              </p:nvGrpSpPr>
              <p:grpSpPr bwMode="auto">
                <a:xfrm>
                  <a:off x="4424" y="1795"/>
                  <a:ext cx="822" cy="1385"/>
                  <a:chOff x="4424" y="1795"/>
                  <a:chExt cx="822" cy="1385"/>
                </a:xfrm>
              </p:grpSpPr>
              <p:sp>
                <p:nvSpPr>
                  <p:cNvPr id="29720" name="Freeform 28"/>
                  <p:cNvSpPr>
                    <a:spLocks/>
                  </p:cNvSpPr>
                  <p:nvPr/>
                </p:nvSpPr>
                <p:spPr bwMode="auto">
                  <a:xfrm>
                    <a:off x="4424" y="1795"/>
                    <a:ext cx="605" cy="1385"/>
                  </a:xfrm>
                  <a:custGeom>
                    <a:avLst/>
                    <a:gdLst>
                      <a:gd name="T0" fmla="*/ 545 w 672"/>
                      <a:gd name="T1" fmla="*/ 0 h 1536"/>
                      <a:gd name="T2" fmla="*/ 156 w 672"/>
                      <a:gd name="T3" fmla="*/ 312 h 1536"/>
                      <a:gd name="T4" fmla="*/ 0 w 672"/>
                      <a:gd name="T5" fmla="*/ 625 h 1536"/>
                      <a:gd name="T6" fmla="*/ 156 w 672"/>
                      <a:gd name="T7" fmla="*/ 937 h 1536"/>
                      <a:gd name="T8" fmla="*/ 545 w 672"/>
                      <a:gd name="T9" fmla="*/ 1249 h 153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672" h="1536">
                        <a:moveTo>
                          <a:pt x="672" y="0"/>
                        </a:moveTo>
                        <a:cubicBezTo>
                          <a:pt x="488" y="128"/>
                          <a:pt x="304" y="256"/>
                          <a:pt x="192" y="384"/>
                        </a:cubicBezTo>
                        <a:cubicBezTo>
                          <a:pt x="80" y="512"/>
                          <a:pt x="0" y="640"/>
                          <a:pt x="0" y="768"/>
                        </a:cubicBezTo>
                        <a:cubicBezTo>
                          <a:pt x="0" y="896"/>
                          <a:pt x="80" y="1024"/>
                          <a:pt x="192" y="1152"/>
                        </a:cubicBezTo>
                        <a:cubicBezTo>
                          <a:pt x="304" y="1280"/>
                          <a:pt x="592" y="1472"/>
                          <a:pt x="672" y="1536"/>
                        </a:cubicBezTo>
                      </a:path>
                    </a:pathLst>
                  </a:custGeom>
                  <a:noFill/>
                  <a:ln w="285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721" name="Line 29"/>
                  <p:cNvSpPr>
                    <a:spLocks noChangeShapeType="1"/>
                  </p:cNvSpPr>
                  <p:nvPr/>
                </p:nvSpPr>
                <p:spPr bwMode="auto">
                  <a:xfrm>
                    <a:off x="4727" y="2034"/>
                    <a:ext cx="519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2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722" name="Line 3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597" y="2012"/>
                    <a:ext cx="130" cy="476"/>
                  </a:xfrm>
                  <a:prstGeom prst="line">
                    <a:avLst/>
                  </a:prstGeom>
                  <a:noFill/>
                  <a:ln w="9525">
                    <a:solidFill>
                      <a:schemeClr val="tx2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9719" name="Oval 31"/>
                <p:cNvSpPr>
                  <a:spLocks noChangeArrowheads="1"/>
                </p:cNvSpPr>
                <p:nvPr/>
              </p:nvSpPr>
              <p:spPr bwMode="auto">
                <a:xfrm>
                  <a:off x="4574" y="2462"/>
                  <a:ext cx="34" cy="34"/>
                </a:xfrm>
                <a:prstGeom prst="ellipse">
                  <a:avLst/>
                </a:prstGeom>
                <a:solidFill>
                  <a:schemeClr val="hlink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Corbel" panose="020B0503020204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rbel" panose="020B0503020204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rbel" panose="020B0503020204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rbel" panose="020B0503020204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rbel" panose="020B0503020204020204" pitchFamily="34" charset="0"/>
                    </a:defRPr>
                  </a:lvl5pPr>
                  <a:lvl6pPr marL="25146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rbel" panose="020B0503020204020204" pitchFamily="34" charset="0"/>
                    </a:defRPr>
                  </a:lvl6pPr>
                  <a:lvl7pPr marL="29718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rbel" panose="020B0503020204020204" pitchFamily="34" charset="0"/>
                    </a:defRPr>
                  </a:lvl7pPr>
                  <a:lvl8pPr marL="34290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rbel" panose="020B0503020204020204" pitchFamily="34" charset="0"/>
                    </a:defRPr>
                  </a:lvl8pPr>
                  <a:lvl9pPr marL="38862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rbel" panose="020B0503020204020204" pitchFamily="34" charset="0"/>
                    </a:defRPr>
                  </a:lvl9pPr>
                </a:lstStyle>
                <a:p>
                  <a:pPr eaLnBrk="1" hangingPunct="1"/>
                  <a:endParaRPr kumimoji="1" lang="zh-CN" altLang="en-US" sz="2800"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</p:grpSp>
        </p:grpSp>
        <p:graphicFrame>
          <p:nvGraphicFramePr>
            <p:cNvPr id="29715" name="Object 32"/>
            <p:cNvGraphicFramePr>
              <a:graphicFrameLocks noChangeAspect="1"/>
            </p:cNvGraphicFramePr>
            <p:nvPr/>
          </p:nvGraphicFramePr>
          <p:xfrm>
            <a:off x="4224" y="1032"/>
            <a:ext cx="199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839" name="Equation" r:id="rId23" imgW="138321" imgH="147625" progId="Equation.3">
                    <p:embed/>
                  </p:oleObj>
                </mc:Choice>
                <mc:Fallback>
                  <p:oleObj name="Equation" r:id="rId23" imgW="138321" imgH="147625" progId="Equation.3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4" y="1032"/>
                          <a:ext cx="199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9905" name="Line 33"/>
          <p:cNvSpPr>
            <a:spLocks noChangeShapeType="1"/>
          </p:cNvSpPr>
          <p:nvPr/>
        </p:nvSpPr>
        <p:spPr bwMode="auto">
          <a:xfrm>
            <a:off x="7010400" y="1997075"/>
            <a:ext cx="971550" cy="0"/>
          </a:xfrm>
          <a:prstGeom prst="line">
            <a:avLst/>
          </a:prstGeom>
          <a:noFill/>
          <a:ln w="28575">
            <a:solidFill>
              <a:schemeClr val="hlink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9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9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9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9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9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9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79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9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9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79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79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79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79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4" grpId="0" autoUpdateAnimBg="0"/>
      <p:bldP spid="79879" grpId="0" autoUpdateAnimBg="0"/>
      <p:bldP spid="79880" grpId="0" autoUpdateAnimBg="0"/>
      <p:bldP spid="79885" grpId="0" autoUpdateAnimBg="0"/>
      <p:bldP spid="79886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240358" y="220662"/>
            <a:ext cx="7772400" cy="8255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CN" sz="3200" b="1" dirty="0">
                <a:solidFill>
                  <a:srgbClr val="FFC000"/>
                </a:solidFill>
                <a:ea typeface="楷体_GB2312" pitchFamily="49" charset="-122"/>
              </a:rPr>
              <a:t>2</a:t>
            </a:r>
            <a:r>
              <a:rPr lang="zh-CN" altLang="en-US" sz="3200" b="1" dirty="0">
                <a:solidFill>
                  <a:srgbClr val="FFC000"/>
                </a:solidFill>
                <a:ea typeface="楷体_GB2312" pitchFamily="49" charset="-122"/>
              </a:rPr>
              <a:t>、伯努利 </a:t>
            </a:r>
            <a:r>
              <a:rPr lang="en-US" altLang="zh-CN" sz="3200" b="1" dirty="0">
                <a:solidFill>
                  <a:srgbClr val="FFC000"/>
                </a:solidFill>
                <a:ea typeface="楷体_GB2312" pitchFamily="49" charset="-122"/>
              </a:rPr>
              <a:t>( Bernoulli )</a:t>
            </a:r>
            <a:r>
              <a:rPr lang="zh-CN" altLang="en-US" sz="3200" b="1" dirty="0">
                <a:solidFill>
                  <a:srgbClr val="FFC000"/>
                </a:solidFill>
                <a:ea typeface="楷体_GB2312" pitchFamily="49" charset="-122"/>
              </a:rPr>
              <a:t>方程 </a:t>
            </a:r>
          </a:p>
        </p:txBody>
      </p:sp>
      <p:graphicFrame>
        <p:nvGraphicFramePr>
          <p:cNvPr id="20532" name="Object 52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4542973"/>
              </p:ext>
            </p:extLst>
          </p:nvPr>
        </p:nvGraphicFramePr>
        <p:xfrm>
          <a:off x="1692275" y="5485036"/>
          <a:ext cx="5040313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5" name="Equation" r:id="rId4" imgW="2066790" imgH="390655" progId="Equation.DSMT4">
                  <p:embed/>
                </p:oleObj>
              </mc:Choice>
              <mc:Fallback>
                <p:oleObj name="Equation" r:id="rId4" imgW="2066790" imgH="390655" progId="Equation.DSMT4">
                  <p:embed/>
                  <p:pic>
                    <p:nvPicPr>
                      <p:cNvPr id="0" name="Object 5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5485036"/>
                        <a:ext cx="5040313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3" name="Text Box 3"/>
          <p:cNvSpPr txBox="1">
            <a:spLocks noChangeArrowheads="1"/>
          </p:cNvSpPr>
          <p:nvPr/>
        </p:nvSpPr>
        <p:spPr bwMode="auto">
          <a:xfrm>
            <a:off x="609600" y="1052736"/>
            <a:ext cx="4191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/>
              <a:t>伯努利方程的标准形式</a:t>
            </a:r>
            <a:r>
              <a:rPr lang="en-US" altLang="zh-CN" sz="2800"/>
              <a:t>:</a:t>
            </a:r>
            <a:endParaRPr lang="en-US" altLang="zh-CN" sz="2800" b="1">
              <a:solidFill>
                <a:schemeClr val="tx2"/>
              </a:solidFill>
            </a:endParaRPr>
          </a:p>
        </p:txBody>
      </p:sp>
      <p:graphicFrame>
        <p:nvGraphicFramePr>
          <p:cNvPr id="2048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7425675"/>
              </p:ext>
            </p:extLst>
          </p:nvPr>
        </p:nvGraphicFramePr>
        <p:xfrm>
          <a:off x="1676400" y="1586136"/>
          <a:ext cx="47752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6" name="Equation" r:id="rId6" imgW="4772060" imgH="923914" progId="Equation.3">
                  <p:embed/>
                </p:oleObj>
              </mc:Choice>
              <mc:Fallback>
                <p:oleObj name="Equation" r:id="rId6" imgW="4772060" imgH="923914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586136"/>
                        <a:ext cx="47752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726" name="Group 28"/>
          <p:cNvGrpSpPr>
            <a:grpSpLocks/>
          </p:cNvGrpSpPr>
          <p:nvPr/>
        </p:nvGrpSpPr>
        <p:grpSpPr bwMode="auto">
          <a:xfrm>
            <a:off x="7162800" y="533400"/>
            <a:ext cx="1411288" cy="1985963"/>
            <a:chOff x="4368" y="431"/>
            <a:chExt cx="1111" cy="1564"/>
          </a:xfrm>
        </p:grpSpPr>
        <p:pic>
          <p:nvPicPr>
            <p:cNvPr id="30736" name="Picture 29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64" y="480"/>
              <a:ext cx="912" cy="1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737" name="Freeform 30"/>
            <p:cNvSpPr>
              <a:spLocks/>
            </p:cNvSpPr>
            <p:nvPr/>
          </p:nvSpPr>
          <p:spPr bwMode="auto">
            <a:xfrm>
              <a:off x="4368" y="431"/>
              <a:ext cx="1111" cy="85"/>
            </a:xfrm>
            <a:custGeom>
              <a:avLst/>
              <a:gdLst>
                <a:gd name="T0" fmla="*/ 0 w 2304"/>
                <a:gd name="T1" fmla="*/ 0 h 192"/>
                <a:gd name="T2" fmla="*/ 93 w 2304"/>
                <a:gd name="T3" fmla="*/ 85 h 192"/>
                <a:gd name="T4" fmla="*/ 1018 w 2304"/>
                <a:gd name="T5" fmla="*/ 85 h 192"/>
                <a:gd name="T6" fmla="*/ 1111 w 2304"/>
                <a:gd name="T7" fmla="*/ 0 h 192"/>
                <a:gd name="T8" fmla="*/ 0 w 2304"/>
                <a:gd name="T9" fmla="*/ 0 h 1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04" h="192">
                  <a:moveTo>
                    <a:pt x="0" y="0"/>
                  </a:moveTo>
                  <a:lnTo>
                    <a:pt x="192" y="192"/>
                  </a:lnTo>
                  <a:lnTo>
                    <a:pt x="2112" y="192"/>
                  </a:lnTo>
                  <a:lnTo>
                    <a:pt x="2304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23BA"/>
                </a:gs>
                <a:gs pos="50000">
                  <a:srgbClr val="0066FF"/>
                </a:gs>
                <a:gs pos="100000">
                  <a:srgbClr val="0023BA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8" name="Freeform 31"/>
            <p:cNvSpPr>
              <a:spLocks/>
            </p:cNvSpPr>
            <p:nvPr/>
          </p:nvSpPr>
          <p:spPr bwMode="auto">
            <a:xfrm>
              <a:off x="4368" y="431"/>
              <a:ext cx="96" cy="1564"/>
            </a:xfrm>
            <a:custGeom>
              <a:avLst/>
              <a:gdLst>
                <a:gd name="T0" fmla="*/ 0 w 192"/>
                <a:gd name="T1" fmla="*/ 0 h 3552"/>
                <a:gd name="T2" fmla="*/ 96 w 192"/>
                <a:gd name="T3" fmla="*/ 85 h 3552"/>
                <a:gd name="T4" fmla="*/ 96 w 192"/>
                <a:gd name="T5" fmla="*/ 1479 h 3552"/>
                <a:gd name="T6" fmla="*/ 0 w 192"/>
                <a:gd name="T7" fmla="*/ 1564 h 3552"/>
                <a:gd name="T8" fmla="*/ 0 w 192"/>
                <a:gd name="T9" fmla="*/ 0 h 35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2" h="3552">
                  <a:moveTo>
                    <a:pt x="0" y="0"/>
                  </a:moveTo>
                  <a:lnTo>
                    <a:pt x="192" y="192"/>
                  </a:lnTo>
                  <a:lnTo>
                    <a:pt x="192" y="3360"/>
                  </a:lnTo>
                  <a:lnTo>
                    <a:pt x="0" y="3552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23BA"/>
                </a:gs>
                <a:gs pos="50000">
                  <a:srgbClr val="0066FF"/>
                </a:gs>
                <a:gs pos="100000">
                  <a:srgbClr val="0023BA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9" name="Freeform 32"/>
            <p:cNvSpPr>
              <a:spLocks/>
            </p:cNvSpPr>
            <p:nvPr/>
          </p:nvSpPr>
          <p:spPr bwMode="auto">
            <a:xfrm flipH="1" flipV="1">
              <a:off x="5376" y="431"/>
              <a:ext cx="96" cy="1564"/>
            </a:xfrm>
            <a:custGeom>
              <a:avLst/>
              <a:gdLst>
                <a:gd name="T0" fmla="*/ 0 w 192"/>
                <a:gd name="T1" fmla="*/ 0 h 3552"/>
                <a:gd name="T2" fmla="*/ 96 w 192"/>
                <a:gd name="T3" fmla="*/ 85 h 3552"/>
                <a:gd name="T4" fmla="*/ 96 w 192"/>
                <a:gd name="T5" fmla="*/ 1479 h 3552"/>
                <a:gd name="T6" fmla="*/ 0 w 192"/>
                <a:gd name="T7" fmla="*/ 1564 h 3552"/>
                <a:gd name="T8" fmla="*/ 0 w 192"/>
                <a:gd name="T9" fmla="*/ 0 h 35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2" h="3552">
                  <a:moveTo>
                    <a:pt x="0" y="0"/>
                  </a:moveTo>
                  <a:lnTo>
                    <a:pt x="192" y="192"/>
                  </a:lnTo>
                  <a:lnTo>
                    <a:pt x="192" y="3360"/>
                  </a:lnTo>
                  <a:lnTo>
                    <a:pt x="0" y="3552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23BA"/>
                </a:gs>
                <a:gs pos="50000">
                  <a:srgbClr val="0066FF"/>
                </a:gs>
                <a:gs pos="100000">
                  <a:srgbClr val="0023BA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0" name="Freeform 33"/>
            <p:cNvSpPr>
              <a:spLocks/>
            </p:cNvSpPr>
            <p:nvPr/>
          </p:nvSpPr>
          <p:spPr bwMode="auto">
            <a:xfrm flipV="1">
              <a:off x="4368" y="1910"/>
              <a:ext cx="1111" cy="85"/>
            </a:xfrm>
            <a:custGeom>
              <a:avLst/>
              <a:gdLst>
                <a:gd name="T0" fmla="*/ 0 w 2304"/>
                <a:gd name="T1" fmla="*/ 0 h 192"/>
                <a:gd name="T2" fmla="*/ 93 w 2304"/>
                <a:gd name="T3" fmla="*/ 85 h 192"/>
                <a:gd name="T4" fmla="*/ 1018 w 2304"/>
                <a:gd name="T5" fmla="*/ 85 h 192"/>
                <a:gd name="T6" fmla="*/ 1111 w 2304"/>
                <a:gd name="T7" fmla="*/ 0 h 192"/>
                <a:gd name="T8" fmla="*/ 0 w 2304"/>
                <a:gd name="T9" fmla="*/ 0 h 1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04" h="192">
                  <a:moveTo>
                    <a:pt x="0" y="0"/>
                  </a:moveTo>
                  <a:lnTo>
                    <a:pt x="192" y="192"/>
                  </a:lnTo>
                  <a:lnTo>
                    <a:pt x="2112" y="192"/>
                  </a:lnTo>
                  <a:lnTo>
                    <a:pt x="2304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23BA"/>
                </a:gs>
                <a:gs pos="50000">
                  <a:srgbClr val="0066FF"/>
                </a:gs>
                <a:gs pos="100000">
                  <a:srgbClr val="0023BA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0727" name="AutoShape 34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7162800" y="533400"/>
            <a:ext cx="1371600" cy="1905000"/>
          </a:xfrm>
          <a:prstGeom prst="actionButtonBlank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0523" name="Text Box 43"/>
          <p:cNvSpPr txBox="1">
            <a:spLocks noChangeArrowheads="1"/>
          </p:cNvSpPr>
          <p:nvPr/>
        </p:nvSpPr>
        <p:spPr bwMode="auto">
          <a:xfrm>
            <a:off x="2932113" y="2630711"/>
            <a:ext cx="3810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>
                <a:latin typeface="楷体_GB2312" pitchFamily="49" charset="-122"/>
              </a:rPr>
              <a:t>方程为</a:t>
            </a:r>
            <a:r>
              <a:rPr lang="zh-CN" altLang="en-US" sz="2800">
                <a:solidFill>
                  <a:srgbClr val="FFFF00"/>
                </a:solidFill>
                <a:latin typeface="楷体_GB2312" pitchFamily="49" charset="-122"/>
              </a:rPr>
              <a:t>线性</a:t>
            </a:r>
            <a:r>
              <a:rPr lang="zh-CN" altLang="en-US" sz="2800">
                <a:latin typeface="楷体_GB2312" pitchFamily="49" charset="-122"/>
              </a:rPr>
              <a:t>微分方程</a:t>
            </a:r>
            <a:r>
              <a:rPr lang="en-US" altLang="zh-CN" sz="2800">
                <a:latin typeface="楷体_GB2312" pitchFamily="49" charset="-122"/>
              </a:rPr>
              <a:t>.</a:t>
            </a:r>
          </a:p>
        </p:txBody>
      </p:sp>
      <p:sp>
        <p:nvSpPr>
          <p:cNvPr id="20524" name="Text Box 44"/>
          <p:cNvSpPr txBox="1">
            <a:spLocks noChangeArrowheads="1"/>
          </p:cNvSpPr>
          <p:nvPr/>
        </p:nvSpPr>
        <p:spPr bwMode="auto">
          <a:xfrm>
            <a:off x="2779713" y="3206974"/>
            <a:ext cx="44196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>
                <a:latin typeface="楷体_GB2312" pitchFamily="49" charset="-122"/>
              </a:rPr>
              <a:t> </a:t>
            </a:r>
            <a:r>
              <a:rPr lang="zh-CN" altLang="en-US" sz="2800">
                <a:latin typeface="楷体_GB2312" pitchFamily="49" charset="-122"/>
              </a:rPr>
              <a:t>方程为</a:t>
            </a:r>
            <a:r>
              <a:rPr lang="zh-CN" altLang="en-US" sz="2800">
                <a:solidFill>
                  <a:srgbClr val="FFFF00"/>
                </a:solidFill>
                <a:latin typeface="楷体_GB2312" pitchFamily="49" charset="-122"/>
              </a:rPr>
              <a:t>非线性</a:t>
            </a:r>
            <a:r>
              <a:rPr lang="zh-CN" altLang="en-US" sz="2800">
                <a:latin typeface="楷体_GB2312" pitchFamily="49" charset="-122"/>
              </a:rPr>
              <a:t>微分方程</a:t>
            </a:r>
            <a:r>
              <a:rPr lang="en-US" altLang="zh-CN" sz="2800">
                <a:latin typeface="楷体_GB2312" pitchFamily="49" charset="-122"/>
              </a:rPr>
              <a:t>.</a:t>
            </a:r>
          </a:p>
        </p:txBody>
      </p:sp>
      <p:graphicFrame>
        <p:nvGraphicFramePr>
          <p:cNvPr id="20525" name="Object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885732"/>
              </p:ext>
            </p:extLst>
          </p:nvPr>
        </p:nvGraphicFramePr>
        <p:xfrm>
          <a:off x="722313" y="3380011"/>
          <a:ext cx="1981200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7" name="公式" r:id="rId9" imgW="1914437" imgH="438357" progId="Equation.3">
                  <p:embed/>
                </p:oleObj>
              </mc:Choice>
              <mc:Fallback>
                <p:oleObj name="公式" r:id="rId9" imgW="1914437" imgH="438357" progId="Equation.3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313" y="3380011"/>
                        <a:ext cx="1981200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26" name="Object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4032982"/>
              </p:ext>
            </p:extLst>
          </p:nvPr>
        </p:nvGraphicFramePr>
        <p:xfrm>
          <a:off x="722313" y="2708499"/>
          <a:ext cx="1981200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8" name="Equation" r:id="rId11" imgW="1914437" imgH="438357" progId="Equation.DSMT4">
                  <p:embed/>
                </p:oleObj>
              </mc:Choice>
              <mc:Fallback>
                <p:oleObj name="Equation" r:id="rId11" imgW="1914437" imgH="438357" progId="Equation.DSMT4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313" y="2708499"/>
                        <a:ext cx="1981200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27" name="Text Box 47"/>
          <p:cNvSpPr txBox="1">
            <a:spLocks noChangeArrowheads="1"/>
          </p:cNvSpPr>
          <p:nvPr/>
        </p:nvSpPr>
        <p:spPr bwMode="auto">
          <a:xfrm>
            <a:off x="646113" y="3984849"/>
            <a:ext cx="7239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66FF66"/>
                </a:solidFill>
                <a:latin typeface="楷体_GB2312" pitchFamily="49" charset="-122"/>
              </a:rPr>
              <a:t>解法</a:t>
            </a:r>
            <a:r>
              <a:rPr lang="en-US" altLang="zh-CN" sz="2800" b="1">
                <a:solidFill>
                  <a:srgbClr val="66FF66"/>
                </a:solidFill>
                <a:latin typeface="楷体_GB2312" pitchFamily="49" charset="-122"/>
              </a:rPr>
              <a:t>:</a:t>
            </a:r>
            <a:r>
              <a:rPr lang="en-US" altLang="zh-CN" sz="2800">
                <a:latin typeface="楷体_GB2312" pitchFamily="49" charset="-122"/>
              </a:rPr>
              <a:t> </a:t>
            </a:r>
            <a:r>
              <a:rPr lang="zh-CN" altLang="en-US" sz="2800">
                <a:latin typeface="楷体_GB2312" pitchFamily="49" charset="-122"/>
              </a:rPr>
              <a:t>需经过变量代换化为线性微分方程</a:t>
            </a:r>
            <a:r>
              <a:rPr lang="en-US" altLang="zh-CN" sz="2800">
                <a:latin typeface="楷体_GB2312" pitchFamily="49" charset="-122"/>
              </a:rPr>
              <a:t>.</a:t>
            </a:r>
          </a:p>
        </p:txBody>
      </p:sp>
      <p:graphicFrame>
        <p:nvGraphicFramePr>
          <p:cNvPr id="20528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5434476"/>
              </p:ext>
            </p:extLst>
          </p:nvPr>
        </p:nvGraphicFramePr>
        <p:xfrm>
          <a:off x="827088" y="4718274"/>
          <a:ext cx="8001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9" name="Equation" r:id="rId13" imgW="795343" imgH="542799" progId="Equation.3">
                  <p:embed/>
                </p:oleObj>
              </mc:Choice>
              <mc:Fallback>
                <p:oleObj name="Equation" r:id="rId13" imgW="795343" imgH="542799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4718274"/>
                        <a:ext cx="8001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29" name="Object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9975265"/>
              </p:ext>
            </p:extLst>
          </p:nvPr>
        </p:nvGraphicFramePr>
        <p:xfrm>
          <a:off x="4211638" y="4656361"/>
          <a:ext cx="38354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0" name="Equation" r:id="rId15" imgW="3828874" imgH="923914" progId="Equation.3">
                  <p:embed/>
                </p:oleObj>
              </mc:Choice>
              <mc:Fallback>
                <p:oleObj name="Equation" r:id="rId15" imgW="3828874" imgH="923914" progId="Equation.3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638" y="4656361"/>
                        <a:ext cx="38354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30" name="Text Box 50"/>
          <p:cNvSpPr txBox="1">
            <a:spLocks noChangeArrowheads="1"/>
          </p:cNvSpPr>
          <p:nvPr/>
        </p:nvSpPr>
        <p:spPr bwMode="auto">
          <a:xfrm>
            <a:off x="1627188" y="4775424"/>
            <a:ext cx="2743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/>
              <a:t>除方程两边 </a:t>
            </a:r>
            <a:r>
              <a:rPr lang="en-US" altLang="zh-CN" sz="2800"/>
              <a:t>, </a:t>
            </a:r>
            <a:r>
              <a:rPr lang="zh-CN" altLang="en-US" sz="2800"/>
              <a:t>得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0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0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0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0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0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0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0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0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0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autoUpdateAnimBg="0"/>
      <p:bldP spid="20523" grpId="0" autoUpdateAnimBg="0"/>
      <p:bldP spid="20524" grpId="0" autoUpdateAnimBg="0"/>
      <p:bldP spid="20527" grpId="0" autoUpdateAnimBg="0"/>
      <p:bldP spid="20530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6" name="Text Box 6"/>
          <p:cNvSpPr txBox="1">
            <a:spLocks noChangeArrowheads="1"/>
          </p:cNvSpPr>
          <p:nvPr/>
        </p:nvSpPr>
        <p:spPr bwMode="auto">
          <a:xfrm>
            <a:off x="2554288" y="2924175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/>
              <a:t>令</a:t>
            </a:r>
          </a:p>
        </p:txBody>
      </p:sp>
      <p:graphicFrame>
        <p:nvGraphicFramePr>
          <p:cNvPr id="81927" name="Object 7"/>
          <p:cNvGraphicFramePr>
            <a:graphicFrameLocks noChangeAspect="1"/>
          </p:cNvGraphicFramePr>
          <p:nvPr/>
        </p:nvGraphicFramePr>
        <p:xfrm>
          <a:off x="3011488" y="2919413"/>
          <a:ext cx="1320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36" name="Equation" r:id="rId3" imgW="1314547" imgH="504638" progId="Equation.3">
                  <p:embed/>
                </p:oleObj>
              </mc:Choice>
              <mc:Fallback>
                <p:oleObj name="Equation" r:id="rId3" imgW="1314547" imgH="504638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1488" y="2919413"/>
                        <a:ext cx="13208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8" name="Object 8"/>
          <p:cNvGraphicFramePr>
            <a:graphicFrameLocks noChangeAspect="1"/>
          </p:cNvGraphicFramePr>
          <p:nvPr/>
        </p:nvGraphicFramePr>
        <p:xfrm>
          <a:off x="4459288" y="2781300"/>
          <a:ext cx="31369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37" name="Equation" r:id="rId5" imgW="3133763" imgH="923914" progId="Equation.3">
                  <p:embed/>
                </p:oleObj>
              </mc:Choice>
              <mc:Fallback>
                <p:oleObj name="Equation" r:id="rId5" imgW="3133763" imgH="923914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9288" y="2781300"/>
                        <a:ext cx="31369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9" name="Line 9"/>
          <p:cNvSpPr>
            <a:spLocks noChangeShapeType="1"/>
          </p:cNvSpPr>
          <p:nvPr/>
        </p:nvSpPr>
        <p:spPr bwMode="auto">
          <a:xfrm>
            <a:off x="2484438" y="2887663"/>
            <a:ext cx="0" cy="828675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81930" name="Object 10"/>
          <p:cNvGraphicFramePr>
            <a:graphicFrameLocks noChangeAspect="1"/>
          </p:cNvGraphicFramePr>
          <p:nvPr/>
        </p:nvGraphicFramePr>
        <p:xfrm>
          <a:off x="1511300" y="3644900"/>
          <a:ext cx="4670425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38" name="Equation" r:id="rId7" imgW="4667317" imgH="923914" progId="Equation.3">
                  <p:embed/>
                </p:oleObj>
              </mc:Choice>
              <mc:Fallback>
                <p:oleObj name="Equation" r:id="rId7" imgW="4667317" imgH="923914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1300" y="3644900"/>
                        <a:ext cx="4670425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33" name="Text Box 13"/>
          <p:cNvSpPr txBox="1">
            <a:spLocks noChangeArrowheads="1"/>
          </p:cNvSpPr>
          <p:nvPr/>
        </p:nvSpPr>
        <p:spPr bwMode="auto">
          <a:xfrm>
            <a:off x="6242050" y="3860800"/>
            <a:ext cx="18351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/>
            <a:r>
              <a:rPr lang="en-US" altLang="zh-CN" sz="2800">
                <a:solidFill>
                  <a:schemeClr val="accent2"/>
                </a:solidFill>
              </a:rPr>
              <a:t>(</a:t>
            </a:r>
            <a:r>
              <a:rPr lang="zh-CN" altLang="en-US" sz="2800" b="1">
                <a:solidFill>
                  <a:schemeClr val="accent2"/>
                </a:solidFill>
              </a:rPr>
              <a:t>线性方程</a:t>
            </a:r>
            <a:r>
              <a:rPr lang="en-US" altLang="zh-CN" sz="2800">
                <a:solidFill>
                  <a:schemeClr val="accent2"/>
                </a:solidFill>
              </a:rPr>
              <a:t>)</a:t>
            </a:r>
          </a:p>
        </p:txBody>
      </p:sp>
      <p:sp>
        <p:nvSpPr>
          <p:cNvPr id="81934" name="Text Box 14"/>
          <p:cNvSpPr txBox="1">
            <a:spLocks noChangeArrowheads="1"/>
          </p:cNvSpPr>
          <p:nvPr/>
        </p:nvSpPr>
        <p:spPr bwMode="auto">
          <a:xfrm>
            <a:off x="304800" y="4638675"/>
            <a:ext cx="3200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/>
              <a:t>求出此方程通解后</a:t>
            </a:r>
            <a:r>
              <a:rPr lang="en-US" altLang="zh-CN" sz="2800"/>
              <a:t>,</a:t>
            </a:r>
          </a:p>
        </p:txBody>
      </p:sp>
      <p:sp>
        <p:nvSpPr>
          <p:cNvPr id="81935" name="Text Box 15"/>
          <p:cNvSpPr txBox="1">
            <a:spLocks noChangeArrowheads="1"/>
          </p:cNvSpPr>
          <p:nvPr/>
        </p:nvSpPr>
        <p:spPr bwMode="auto">
          <a:xfrm>
            <a:off x="3352800" y="4638675"/>
            <a:ext cx="563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/>
              <a:t>换回原变量即得伯努利方程的通解</a:t>
            </a:r>
            <a:r>
              <a:rPr lang="en-US" altLang="zh-CN" sz="2800"/>
              <a:t>.</a:t>
            </a:r>
          </a:p>
        </p:txBody>
      </p:sp>
      <p:sp>
        <p:nvSpPr>
          <p:cNvPr id="32778" name="Text Box 16"/>
          <p:cNvSpPr txBox="1">
            <a:spLocks noChangeArrowheads="1"/>
          </p:cNvSpPr>
          <p:nvPr/>
        </p:nvSpPr>
        <p:spPr bwMode="auto">
          <a:xfrm>
            <a:off x="468313" y="404813"/>
            <a:ext cx="4191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/>
              <a:t>伯努利方程的标准形式</a:t>
            </a:r>
            <a:r>
              <a:rPr lang="en-US" altLang="zh-CN" sz="2800"/>
              <a:t>:</a:t>
            </a:r>
            <a:endParaRPr lang="en-US" altLang="zh-CN" sz="2800" b="1">
              <a:solidFill>
                <a:schemeClr val="tx2"/>
              </a:solidFill>
            </a:endParaRPr>
          </a:p>
        </p:txBody>
      </p:sp>
      <p:graphicFrame>
        <p:nvGraphicFramePr>
          <p:cNvPr id="32779" name="Object 17"/>
          <p:cNvGraphicFramePr>
            <a:graphicFrameLocks noChangeAspect="1"/>
          </p:cNvGraphicFramePr>
          <p:nvPr/>
        </p:nvGraphicFramePr>
        <p:xfrm>
          <a:off x="1549400" y="981075"/>
          <a:ext cx="47752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39" name="Equation" r:id="rId9" imgW="4772060" imgH="923914" progId="Equation.3">
                  <p:embed/>
                </p:oleObj>
              </mc:Choice>
              <mc:Fallback>
                <p:oleObj name="Equation" r:id="rId9" imgW="4772060" imgH="923914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9400" y="981075"/>
                        <a:ext cx="47752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0" name="Object 18"/>
          <p:cNvGraphicFramePr>
            <a:graphicFrameLocks noChangeAspect="1"/>
          </p:cNvGraphicFramePr>
          <p:nvPr/>
        </p:nvGraphicFramePr>
        <p:xfrm>
          <a:off x="1362075" y="1844675"/>
          <a:ext cx="4979988" cy="941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40" name="Equation" r:id="rId11" imgW="2076312" imgH="390655" progId="Equation.DSMT4">
                  <p:embed/>
                </p:oleObj>
              </mc:Choice>
              <mc:Fallback>
                <p:oleObj name="Equation" r:id="rId11" imgW="2076312" imgH="390655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2075" y="1844675"/>
                        <a:ext cx="4979988" cy="941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39" name="Object 19"/>
          <p:cNvGraphicFramePr>
            <a:graphicFrameLocks noGrp="1" noChangeAspect="1"/>
          </p:cNvGraphicFramePr>
          <p:nvPr>
            <p:ph/>
          </p:nvPr>
        </p:nvGraphicFramePr>
        <p:xfrm>
          <a:off x="339725" y="5314950"/>
          <a:ext cx="8575675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41" name="Equation" r:id="rId13" imgW="3400381" imgH="323872" progId="Equation.DSMT4">
                  <p:embed/>
                </p:oleObj>
              </mc:Choice>
              <mc:Fallback>
                <p:oleObj name="Equation" r:id="rId13" imgW="3400381" imgH="323872" progId="Equation.DSMT4">
                  <p:embed/>
                  <p:pic>
                    <p:nvPicPr>
                      <p:cNvPr id="0" name="Object 1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725" y="5314950"/>
                        <a:ext cx="8575675" cy="83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1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1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81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1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19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1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1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1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6" grpId="0" autoUpdateAnimBg="0"/>
      <p:bldP spid="81933" grpId="0" build="p" autoUpdateAnimBg="0"/>
      <p:bldP spid="81934" grpId="0" autoUpdateAnimBg="0"/>
      <p:bldP spid="81935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260350"/>
            <a:ext cx="7772400" cy="11430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2800" b="1" dirty="0">
                <a:solidFill>
                  <a:srgbClr val="FFC000"/>
                </a:solidFill>
                <a:ea typeface="楷体_GB2312" pitchFamily="49" charset="-122"/>
              </a:rPr>
              <a:t>例</a:t>
            </a:r>
            <a:r>
              <a:rPr lang="en-US" altLang="zh-CN" sz="2800" b="1" dirty="0">
                <a:solidFill>
                  <a:srgbClr val="FFC000"/>
                </a:solidFill>
                <a:ea typeface="楷体_GB2312" pitchFamily="49" charset="-122"/>
              </a:rPr>
              <a:t>11</a:t>
            </a:r>
            <a:r>
              <a:rPr lang="en-US" altLang="zh-CN" sz="2800" b="1" dirty="0">
                <a:ea typeface="楷体_GB2312" pitchFamily="49" charset="-122"/>
              </a:rPr>
              <a:t>. </a:t>
            </a:r>
            <a:r>
              <a:rPr lang="zh-CN" altLang="en-US" sz="2800" dirty="0">
                <a:solidFill>
                  <a:schemeClr val="tx1"/>
                </a:solidFill>
                <a:ea typeface="楷体_GB2312" pitchFamily="49" charset="-122"/>
              </a:rPr>
              <a:t>求方程</a:t>
            </a:r>
          </a:p>
        </p:txBody>
      </p:sp>
      <p:graphicFrame>
        <p:nvGraphicFramePr>
          <p:cNvPr id="21548" name="Object 44"/>
          <p:cNvGraphicFramePr>
            <a:graphicFrameLocks noGrp="1" noChangeAspect="1"/>
          </p:cNvGraphicFramePr>
          <p:nvPr>
            <p:ph idx="1"/>
          </p:nvPr>
        </p:nvGraphicFramePr>
        <p:xfrm>
          <a:off x="1331913" y="1916113"/>
          <a:ext cx="4214812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34" name="Equation" r:id="rId3" imgW="1876349" imgH="414255" progId="Equation.DSMT4">
                  <p:embed/>
                </p:oleObj>
              </mc:Choice>
              <mc:Fallback>
                <p:oleObj name="Equation" r:id="rId3" imgW="1876349" imgH="414255" progId="Equation.DSMT4">
                  <p:embed/>
                  <p:pic>
                    <p:nvPicPr>
                      <p:cNvPr id="0" name="Object 4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1916113"/>
                        <a:ext cx="4214812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6" name="Object 3"/>
          <p:cNvGraphicFramePr>
            <a:graphicFrameLocks noChangeAspect="1"/>
          </p:cNvGraphicFramePr>
          <p:nvPr/>
        </p:nvGraphicFramePr>
        <p:xfrm>
          <a:off x="2668588" y="336550"/>
          <a:ext cx="28067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35" name="Equation" r:id="rId5" imgW="2800491" imgH="923914" progId="Equation.3">
                  <p:embed/>
                </p:oleObj>
              </mc:Choice>
              <mc:Fallback>
                <p:oleObj name="Equation" r:id="rId5" imgW="2800491" imgH="923914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8588" y="336550"/>
                        <a:ext cx="28067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7" name="Text Box 4"/>
          <p:cNvSpPr txBox="1">
            <a:spLocks noChangeArrowheads="1"/>
          </p:cNvSpPr>
          <p:nvPr/>
        </p:nvSpPr>
        <p:spPr bwMode="auto">
          <a:xfrm>
            <a:off x="5334000" y="520700"/>
            <a:ext cx="167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/>
              <a:t>的通解</a:t>
            </a:r>
            <a:r>
              <a:rPr lang="en-US" altLang="zh-CN" sz="2800"/>
              <a:t>.</a:t>
            </a:r>
            <a:endParaRPr lang="en-US" altLang="zh-CN" sz="2800">
              <a:solidFill>
                <a:schemeClr val="accent2"/>
              </a:solidFill>
            </a:endParaRPr>
          </a:p>
        </p:txBody>
      </p:sp>
      <p:sp>
        <p:nvSpPr>
          <p:cNvPr id="21509" name="Text Box 5"/>
          <p:cNvSpPr txBox="1">
            <a:spLocks noChangeArrowheads="1"/>
          </p:cNvSpPr>
          <p:nvPr/>
        </p:nvSpPr>
        <p:spPr bwMode="auto">
          <a:xfrm>
            <a:off x="609600" y="1358900"/>
            <a:ext cx="1219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chemeClr val="tx2"/>
                </a:solidFill>
              </a:rPr>
              <a:t>解</a:t>
            </a:r>
            <a:r>
              <a:rPr lang="en-US" altLang="zh-CN" sz="2800" b="1">
                <a:solidFill>
                  <a:schemeClr val="tx2"/>
                </a:solidFill>
              </a:rPr>
              <a:t>:</a:t>
            </a:r>
            <a:endParaRPr lang="en-US" altLang="zh-CN" sz="2800"/>
          </a:p>
        </p:txBody>
      </p:sp>
      <p:graphicFrame>
        <p:nvGraphicFramePr>
          <p:cNvPr id="21510" name="Object 6"/>
          <p:cNvGraphicFramePr>
            <a:graphicFrameLocks noChangeAspect="1"/>
          </p:cNvGraphicFramePr>
          <p:nvPr/>
        </p:nvGraphicFramePr>
        <p:xfrm>
          <a:off x="1676400" y="3033713"/>
          <a:ext cx="11811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36" name="Equation" r:id="rId7" imgW="1176226" imgH="504638" progId="Equation.3">
                  <p:embed/>
                </p:oleObj>
              </mc:Choice>
              <mc:Fallback>
                <p:oleObj name="Equation" r:id="rId7" imgW="1176226" imgH="504638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3033713"/>
                        <a:ext cx="11811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1" name="Text Box 7"/>
          <p:cNvSpPr txBox="1">
            <a:spLocks noChangeArrowheads="1"/>
          </p:cNvSpPr>
          <p:nvPr/>
        </p:nvSpPr>
        <p:spPr bwMode="auto">
          <a:xfrm>
            <a:off x="2819400" y="3008313"/>
            <a:ext cx="2667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/>
              <a:t>则方程变形为</a:t>
            </a:r>
          </a:p>
        </p:txBody>
      </p:sp>
      <p:graphicFrame>
        <p:nvGraphicFramePr>
          <p:cNvPr id="21512" name="Object 8"/>
          <p:cNvGraphicFramePr>
            <a:graphicFrameLocks noChangeAspect="1"/>
          </p:cNvGraphicFramePr>
          <p:nvPr/>
        </p:nvGraphicFramePr>
        <p:xfrm>
          <a:off x="5148263" y="2852738"/>
          <a:ext cx="23876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37" name="Equation" r:id="rId9" imgW="2381018" imgH="923914" progId="Equation.3">
                  <p:embed/>
                </p:oleObj>
              </mc:Choice>
              <mc:Fallback>
                <p:oleObj name="Equation" r:id="rId9" imgW="2381018" imgH="923914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2852738"/>
                        <a:ext cx="23876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3" name="Text Box 9"/>
          <p:cNvSpPr txBox="1">
            <a:spLocks noChangeArrowheads="1"/>
          </p:cNvSpPr>
          <p:nvPr/>
        </p:nvSpPr>
        <p:spPr bwMode="auto">
          <a:xfrm>
            <a:off x="468313" y="4133850"/>
            <a:ext cx="2057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/>
              <a:t>其通解为：</a:t>
            </a:r>
          </a:p>
        </p:txBody>
      </p:sp>
      <p:graphicFrame>
        <p:nvGraphicFramePr>
          <p:cNvPr id="21514" name="Object 10"/>
          <p:cNvGraphicFramePr>
            <a:graphicFrameLocks noChangeAspect="1"/>
          </p:cNvGraphicFramePr>
          <p:nvPr/>
        </p:nvGraphicFramePr>
        <p:xfrm>
          <a:off x="2185988" y="4338638"/>
          <a:ext cx="7493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38" name="Equation" r:id="rId11" imgW="742721" imgH="238008" progId="Equation.3">
                  <p:embed/>
                </p:oleObj>
              </mc:Choice>
              <mc:Fallback>
                <p:oleObj name="Equation" r:id="rId11" imgW="742721" imgH="238008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5988" y="4338638"/>
                        <a:ext cx="7493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5" name="Text Box 11"/>
          <p:cNvSpPr txBox="1">
            <a:spLocks noChangeArrowheads="1"/>
          </p:cNvSpPr>
          <p:nvPr/>
        </p:nvSpPr>
        <p:spPr bwMode="auto">
          <a:xfrm>
            <a:off x="381000" y="5715000"/>
            <a:ext cx="68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/>
              <a:t>将</a:t>
            </a:r>
          </a:p>
        </p:txBody>
      </p:sp>
      <p:graphicFrame>
        <p:nvGraphicFramePr>
          <p:cNvPr id="21516" name="Object 12"/>
          <p:cNvGraphicFramePr>
            <a:graphicFrameLocks noChangeAspect="1"/>
          </p:cNvGraphicFramePr>
          <p:nvPr/>
        </p:nvGraphicFramePr>
        <p:xfrm>
          <a:off x="922338" y="5724525"/>
          <a:ext cx="1058862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39" name="Equation" r:id="rId13" imgW="1047929" imgH="504638" progId="Equation.3">
                  <p:embed/>
                </p:oleObj>
              </mc:Choice>
              <mc:Fallback>
                <p:oleObj name="Equation" r:id="rId13" imgW="1047929" imgH="504638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2338" y="5724525"/>
                        <a:ext cx="1058862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7" name="Object 13"/>
          <p:cNvGraphicFramePr>
            <a:graphicFrameLocks noChangeAspect="1"/>
          </p:cNvGraphicFramePr>
          <p:nvPr/>
        </p:nvGraphicFramePr>
        <p:xfrm>
          <a:off x="5219700" y="5530850"/>
          <a:ext cx="32004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40" name="Equation" r:id="rId15" imgW="3195406" imgH="847591" progId="Equation.3">
                  <p:embed/>
                </p:oleObj>
              </mc:Choice>
              <mc:Fallback>
                <p:oleObj name="Equation" r:id="rId15" imgW="3195406" imgH="847591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5530850"/>
                        <a:ext cx="32004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8" name="Object 24"/>
          <p:cNvGraphicFramePr>
            <a:graphicFrameLocks noChangeAspect="1"/>
          </p:cNvGraphicFramePr>
          <p:nvPr/>
        </p:nvGraphicFramePr>
        <p:xfrm>
          <a:off x="2959100" y="3644900"/>
          <a:ext cx="8255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41" name="Equation" r:id="rId17" imgW="819399" imgH="666825" progId="Equation.3">
                  <p:embed/>
                </p:oleObj>
              </mc:Choice>
              <mc:Fallback>
                <p:oleObj name="Equation" r:id="rId17" imgW="819399" imgH="666825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100" y="3644900"/>
                        <a:ext cx="8255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9" name="Object 25"/>
          <p:cNvGraphicFramePr>
            <a:graphicFrameLocks noChangeAspect="1"/>
          </p:cNvGraphicFramePr>
          <p:nvPr/>
        </p:nvGraphicFramePr>
        <p:xfrm>
          <a:off x="3798888" y="4184650"/>
          <a:ext cx="18415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42" name="Equation" r:id="rId19" imgW="1838261" imgH="580961" progId="Equation.3">
                  <p:embed/>
                </p:oleObj>
              </mc:Choice>
              <mc:Fallback>
                <p:oleObj name="Equation" r:id="rId19" imgW="1838261" imgH="580961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8888" y="4184650"/>
                        <a:ext cx="18415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30" name="Object 26"/>
          <p:cNvGraphicFramePr>
            <a:graphicFrameLocks noChangeAspect="1"/>
          </p:cNvGraphicFramePr>
          <p:nvPr/>
        </p:nvGraphicFramePr>
        <p:xfrm>
          <a:off x="5638800" y="3790950"/>
          <a:ext cx="10922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43" name="Equation" r:id="rId21" imgW="1086017" imgH="666825" progId="Equation.3">
                  <p:embed/>
                </p:oleObj>
              </mc:Choice>
              <mc:Fallback>
                <p:oleObj name="Equation" r:id="rId21" imgW="1086017" imgH="666825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3790950"/>
                        <a:ext cx="10922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31" name="Object 27"/>
          <p:cNvGraphicFramePr>
            <a:graphicFrameLocks noChangeAspect="1"/>
          </p:cNvGraphicFramePr>
          <p:nvPr/>
        </p:nvGraphicFramePr>
        <p:xfrm>
          <a:off x="6781800" y="4235450"/>
          <a:ext cx="1155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44" name="Equation" r:id="rId23" imgW="1152672" imgH="428817" progId="Equation.3">
                  <p:embed/>
                </p:oleObj>
              </mc:Choice>
              <mc:Fallback>
                <p:oleObj name="Equation" r:id="rId23" imgW="1152672" imgH="428817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4235450"/>
                        <a:ext cx="11557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32" name="Object 28"/>
          <p:cNvGraphicFramePr>
            <a:graphicFrameLocks noChangeAspect="1"/>
          </p:cNvGraphicFramePr>
          <p:nvPr/>
        </p:nvGraphicFramePr>
        <p:xfrm>
          <a:off x="2438400" y="4832350"/>
          <a:ext cx="27559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45" name="Equation" r:id="rId25" imgW="2752880" imgH="847591" progId="Equation.3">
                  <p:embed/>
                </p:oleObj>
              </mc:Choice>
              <mc:Fallback>
                <p:oleObj name="Equation" r:id="rId25" imgW="2752880" imgH="847591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4832350"/>
                        <a:ext cx="27559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35" name="Text Box 31"/>
          <p:cNvSpPr txBox="1">
            <a:spLocks noChangeArrowheads="1"/>
          </p:cNvSpPr>
          <p:nvPr/>
        </p:nvSpPr>
        <p:spPr bwMode="auto">
          <a:xfrm>
            <a:off x="1905000" y="5715000"/>
            <a:ext cx="3394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/>
            <a:r>
              <a:rPr lang="zh-CN" altLang="en-US" sz="2800"/>
              <a:t>代入</a:t>
            </a:r>
            <a:r>
              <a:rPr lang="en-US" altLang="zh-CN" sz="2800"/>
              <a:t>, </a:t>
            </a:r>
            <a:r>
              <a:rPr lang="zh-CN" altLang="en-US" sz="2800"/>
              <a:t>得原方程通解</a:t>
            </a:r>
            <a:r>
              <a:rPr lang="en-US" altLang="zh-CN" sz="2800"/>
              <a:t>: </a:t>
            </a:r>
          </a:p>
        </p:txBody>
      </p:sp>
      <p:sp>
        <p:nvSpPr>
          <p:cNvPr id="21544" name="Rectangle 40"/>
          <p:cNvSpPr>
            <a:spLocks noChangeArrowheads="1"/>
          </p:cNvSpPr>
          <p:nvPr/>
        </p:nvSpPr>
        <p:spPr bwMode="auto">
          <a:xfrm>
            <a:off x="1258888" y="3054350"/>
            <a:ext cx="539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/>
            <a:r>
              <a:rPr lang="zh-CN" altLang="en-US" sz="2800"/>
              <a:t>令</a:t>
            </a:r>
          </a:p>
        </p:txBody>
      </p:sp>
      <p:grpSp>
        <p:nvGrpSpPr>
          <p:cNvPr id="21545" name="Group 41"/>
          <p:cNvGrpSpPr>
            <a:grpSpLocks/>
          </p:cNvGrpSpPr>
          <p:nvPr/>
        </p:nvGrpSpPr>
        <p:grpSpPr bwMode="auto">
          <a:xfrm>
            <a:off x="609600" y="1196976"/>
            <a:ext cx="7759700" cy="838200"/>
            <a:chOff x="0" y="624"/>
            <a:chExt cx="4888" cy="528"/>
          </a:xfrm>
        </p:grpSpPr>
        <p:sp>
          <p:nvSpPr>
            <p:cNvPr id="33815" name="Text Box 42"/>
            <p:cNvSpPr txBox="1">
              <a:spLocks noChangeArrowheads="1"/>
            </p:cNvSpPr>
            <p:nvPr/>
          </p:nvSpPr>
          <p:spPr bwMode="auto">
            <a:xfrm>
              <a:off x="0" y="729"/>
              <a:ext cx="281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9pPr>
            </a:lstStyle>
            <a:p>
              <a:pPr eaLnBrk="1" hangingPunct="1"/>
              <a:r>
                <a:rPr lang="en-US" altLang="zh-CN" sz="2800"/>
                <a:t>         </a:t>
              </a:r>
              <a:r>
                <a:rPr lang="zh-CN" altLang="en-US" sz="2800"/>
                <a:t>以</a:t>
              </a:r>
              <a:r>
                <a:rPr lang="en-US" altLang="en-US" sz="2800" i="1"/>
                <a:t>y</a:t>
              </a:r>
              <a:r>
                <a:rPr lang="en-US" altLang="en-US" sz="2800" baseline="30000"/>
                <a:t>2</a:t>
              </a:r>
              <a:r>
                <a:rPr lang="zh-CN" altLang="en-US" sz="2800"/>
                <a:t>除方程的两端，得</a:t>
              </a:r>
            </a:p>
          </p:txBody>
        </p:sp>
        <p:graphicFrame>
          <p:nvGraphicFramePr>
            <p:cNvPr id="33816" name="Object 43"/>
            <p:cNvGraphicFramePr>
              <a:graphicFrameLocks noChangeAspect="1"/>
            </p:cNvGraphicFramePr>
            <p:nvPr/>
          </p:nvGraphicFramePr>
          <p:xfrm>
            <a:off x="2784" y="624"/>
            <a:ext cx="2104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946" name="Equation" r:id="rId27" imgW="3333727" imgH="833531" progId="Equation.3">
                    <p:embed/>
                  </p:oleObj>
                </mc:Choice>
                <mc:Fallback>
                  <p:oleObj name="Equation" r:id="rId27" imgW="3333727" imgH="833531" progId="Equation.3">
                    <p:embed/>
                    <p:pic>
                      <p:nvPicPr>
                        <p:cNvPr id="0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4" y="624"/>
                          <a:ext cx="2104" cy="5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21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21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1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1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1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1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1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1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1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1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15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1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9" grpId="0" autoUpdateAnimBg="0"/>
      <p:bldP spid="21511" grpId="0" autoUpdateAnimBg="0"/>
      <p:bldP spid="21513" grpId="0" autoUpdateAnimBg="0"/>
      <p:bldP spid="21515" grpId="0" build="p" autoUpdateAnimBg="0"/>
      <p:bldP spid="21535" grpId="0" build="p" autoUpdateAnimBg="0" advAuto="0"/>
      <p:bldP spid="2154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446088" y="377825"/>
            <a:ext cx="731520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chemeClr val="tx2"/>
                </a:solidFill>
                <a:latin typeface="楷体_GB2312" pitchFamily="49" charset="-122"/>
              </a:rPr>
              <a:t>例</a:t>
            </a:r>
            <a:r>
              <a:rPr lang="en-US" altLang="zh-CN" sz="3200" b="1" dirty="0">
                <a:solidFill>
                  <a:schemeClr val="tx2"/>
                </a:solidFill>
              </a:rPr>
              <a:t>12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.</a:t>
            </a:r>
            <a:r>
              <a:rPr lang="en-US" altLang="zh-CN" sz="3200" b="1" dirty="0" smtClean="0"/>
              <a:t> </a:t>
            </a:r>
            <a:r>
              <a:rPr lang="zh-CN" altLang="en-US" sz="3200" dirty="0" smtClean="0">
                <a:latin typeface="楷体_GB2312" pitchFamily="49" charset="-122"/>
              </a:rPr>
              <a:t>用</a:t>
            </a:r>
            <a:r>
              <a:rPr lang="zh-CN" altLang="en-US" sz="3200" dirty="0">
                <a:latin typeface="楷体_GB2312" pitchFamily="49" charset="-122"/>
              </a:rPr>
              <a:t>适当的变量代换解微分方程</a:t>
            </a:r>
          </a:p>
        </p:txBody>
      </p:sp>
      <p:graphicFrame>
        <p:nvGraphicFramePr>
          <p:cNvPr id="87043" name="Object 3"/>
          <p:cNvGraphicFramePr>
            <a:graphicFrameLocks noChangeAspect="1"/>
          </p:cNvGraphicFramePr>
          <p:nvPr/>
        </p:nvGraphicFramePr>
        <p:xfrm>
          <a:off x="755650" y="1125538"/>
          <a:ext cx="3475038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91" name="Equation" r:id="rId3" imgW="1419289" imgH="247549" progId="Equation.DSMT4">
                  <p:embed/>
                </p:oleObj>
              </mc:Choice>
              <mc:Fallback>
                <p:oleObj name="Equation" r:id="rId3" imgW="1419289" imgH="247549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1125538"/>
                        <a:ext cx="3475038" cy="620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44" name="Text Box 4"/>
          <p:cNvSpPr txBox="1">
            <a:spLocks noChangeArrowheads="1"/>
          </p:cNvSpPr>
          <p:nvPr/>
        </p:nvSpPr>
        <p:spPr bwMode="auto">
          <a:xfrm>
            <a:off x="611188" y="1989138"/>
            <a:ext cx="68580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solidFill>
                  <a:schemeClr val="tx2"/>
                </a:solidFill>
                <a:latin typeface="楷体_GB2312" pitchFamily="49" charset="-122"/>
              </a:rPr>
              <a:t>解：</a:t>
            </a:r>
          </a:p>
        </p:txBody>
      </p:sp>
      <p:graphicFrame>
        <p:nvGraphicFramePr>
          <p:cNvPr id="87045" name="Object 5"/>
          <p:cNvGraphicFramePr>
            <a:graphicFrameLocks noChangeAspect="1"/>
          </p:cNvGraphicFramePr>
          <p:nvPr/>
        </p:nvGraphicFramePr>
        <p:xfrm>
          <a:off x="1403350" y="1844675"/>
          <a:ext cx="442595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92" name="Equation" r:id="rId5" imgW="1847783" imgH="390655" progId="Equation.DSMT4">
                  <p:embed/>
                </p:oleObj>
              </mc:Choice>
              <mc:Fallback>
                <p:oleObj name="Equation" r:id="rId5" imgW="1847783" imgH="390655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1844675"/>
                        <a:ext cx="442595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46" name="Object 6"/>
          <p:cNvGraphicFramePr>
            <a:graphicFrameLocks noChangeAspect="1"/>
          </p:cNvGraphicFramePr>
          <p:nvPr/>
        </p:nvGraphicFramePr>
        <p:xfrm>
          <a:off x="1331913" y="2997200"/>
          <a:ext cx="2787650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93" name="Equation" r:id="rId7" imgW="1138138" imgH="223949" progId="Equation.DSMT4">
                  <p:embed/>
                </p:oleObj>
              </mc:Choice>
              <mc:Fallback>
                <p:oleObj name="Equation" r:id="rId7" imgW="1138138" imgH="223949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2997200"/>
                        <a:ext cx="2787650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47" name="Object 7"/>
          <p:cNvGraphicFramePr>
            <a:graphicFrameLocks noChangeAspect="1"/>
          </p:cNvGraphicFramePr>
          <p:nvPr/>
        </p:nvGraphicFramePr>
        <p:xfrm>
          <a:off x="4211638" y="2852738"/>
          <a:ext cx="2728912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94" name="Equation" r:id="rId9" imgW="1138138" imgH="390655" progId="Equation.DSMT4">
                  <p:embed/>
                </p:oleObj>
              </mc:Choice>
              <mc:Fallback>
                <p:oleObj name="Equation" r:id="rId9" imgW="1138138" imgH="390655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638" y="2852738"/>
                        <a:ext cx="2728912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48" name="Object 8"/>
          <p:cNvGraphicFramePr>
            <a:graphicFrameLocks noChangeAspect="1"/>
          </p:cNvGraphicFramePr>
          <p:nvPr/>
        </p:nvGraphicFramePr>
        <p:xfrm>
          <a:off x="1403350" y="3716338"/>
          <a:ext cx="2735263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95" name="Equation" r:id="rId11" imgW="1162194" imgH="390655" progId="Equation.DSMT4">
                  <p:embed/>
                </p:oleObj>
              </mc:Choice>
              <mc:Fallback>
                <p:oleObj name="Equation" r:id="rId11" imgW="1162194" imgH="390655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3716338"/>
                        <a:ext cx="2735263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49" name="Object 9"/>
          <p:cNvGraphicFramePr>
            <a:graphicFrameLocks noChangeAspect="1"/>
          </p:cNvGraphicFramePr>
          <p:nvPr/>
        </p:nvGraphicFramePr>
        <p:xfrm>
          <a:off x="1476375" y="4602163"/>
          <a:ext cx="5256213" cy="1058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96" name="Equation" r:id="rId13" imgW="2014669" imgH="400195" progId="Equation.DSMT4">
                  <p:embed/>
                </p:oleObj>
              </mc:Choice>
              <mc:Fallback>
                <p:oleObj name="Equation" r:id="rId13" imgW="2014669" imgH="400195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4602163"/>
                        <a:ext cx="5256213" cy="1058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50" name="Text Box 10"/>
          <p:cNvSpPr txBox="1">
            <a:spLocks noChangeArrowheads="1"/>
          </p:cNvSpPr>
          <p:nvPr/>
        </p:nvSpPr>
        <p:spPr bwMode="auto">
          <a:xfrm>
            <a:off x="954088" y="5732463"/>
            <a:ext cx="251460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>
                <a:latin typeface="楷体_GB2312" pitchFamily="49" charset="-122"/>
              </a:rPr>
              <a:t>所求通解为</a:t>
            </a:r>
          </a:p>
        </p:txBody>
      </p:sp>
      <p:graphicFrame>
        <p:nvGraphicFramePr>
          <p:cNvPr id="87051" name="Object 11"/>
          <p:cNvGraphicFramePr>
            <a:graphicFrameLocks noChangeAspect="1"/>
          </p:cNvGraphicFramePr>
          <p:nvPr/>
        </p:nvGraphicFramePr>
        <p:xfrm>
          <a:off x="3132138" y="5516563"/>
          <a:ext cx="2663825" cy="1011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97" name="Equation" r:id="rId15" imgW="1100050" imgH="414255" progId="Equation.DSMT4">
                  <p:embed/>
                </p:oleObj>
              </mc:Choice>
              <mc:Fallback>
                <p:oleObj name="Equation" r:id="rId15" imgW="1100050" imgH="414255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5516563"/>
                        <a:ext cx="2663825" cy="1011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7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7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7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7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7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7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7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7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7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4" grpId="0" autoUpdateAnimBg="0"/>
      <p:bldP spid="87050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842" name="Object 2"/>
          <p:cNvGraphicFramePr>
            <a:graphicFrameLocks noChangeAspect="1"/>
          </p:cNvGraphicFramePr>
          <p:nvPr/>
        </p:nvGraphicFramePr>
        <p:xfrm>
          <a:off x="827088" y="404813"/>
          <a:ext cx="2232025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37" name="Equation" r:id="rId3" imgW="985785" imgH="414255" progId="Equation.DSMT4">
                  <p:embed/>
                </p:oleObj>
              </mc:Choice>
              <mc:Fallback>
                <p:oleObj name="Equation" r:id="rId3" imgW="985785" imgH="414255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404813"/>
                        <a:ext cx="2232025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67" name="Text Box 3"/>
          <p:cNvSpPr txBox="1">
            <a:spLocks noChangeArrowheads="1"/>
          </p:cNvSpPr>
          <p:nvPr/>
        </p:nvSpPr>
        <p:spPr bwMode="auto">
          <a:xfrm>
            <a:off x="755650" y="1412875"/>
            <a:ext cx="68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chemeClr val="tx2"/>
                </a:solidFill>
              </a:rPr>
              <a:t>解：</a:t>
            </a:r>
          </a:p>
        </p:txBody>
      </p:sp>
      <p:graphicFrame>
        <p:nvGraphicFramePr>
          <p:cNvPr id="88068" name="Object 4"/>
          <p:cNvGraphicFramePr>
            <a:graphicFrameLocks noChangeAspect="1"/>
          </p:cNvGraphicFramePr>
          <p:nvPr/>
        </p:nvGraphicFramePr>
        <p:xfrm>
          <a:off x="1547813" y="1484313"/>
          <a:ext cx="1944687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38" name="Equation" r:id="rId5" imgW="795343" imgH="209387" progId="Equation.DSMT4">
                  <p:embed/>
                </p:oleObj>
              </mc:Choice>
              <mc:Fallback>
                <p:oleObj name="Equation" r:id="rId5" imgW="795343" imgH="209387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1484313"/>
                        <a:ext cx="1944687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69" name="Object 5"/>
          <p:cNvGraphicFramePr>
            <a:graphicFrameLocks noChangeAspect="1"/>
          </p:cNvGraphicFramePr>
          <p:nvPr/>
        </p:nvGraphicFramePr>
        <p:xfrm>
          <a:off x="3635375" y="1341438"/>
          <a:ext cx="2592388" cy="903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39" name="Equation" r:id="rId7" imgW="1124105" imgH="390655" progId="Equation.DSMT4">
                  <p:embed/>
                </p:oleObj>
              </mc:Choice>
              <mc:Fallback>
                <p:oleObj name="Equation" r:id="rId7" imgW="1124105" imgH="390655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1341438"/>
                        <a:ext cx="2592388" cy="903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70" name="Text Box 6"/>
          <p:cNvSpPr txBox="1">
            <a:spLocks noChangeArrowheads="1"/>
          </p:cNvSpPr>
          <p:nvPr/>
        </p:nvSpPr>
        <p:spPr bwMode="auto">
          <a:xfrm>
            <a:off x="1619250" y="2393950"/>
            <a:ext cx="1752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/>
              <a:t>代入原式</a:t>
            </a:r>
          </a:p>
        </p:txBody>
      </p:sp>
      <p:graphicFrame>
        <p:nvGraphicFramePr>
          <p:cNvPr id="88071" name="Object 7"/>
          <p:cNvGraphicFramePr>
            <a:graphicFrameLocks noChangeAspect="1"/>
          </p:cNvGraphicFramePr>
          <p:nvPr/>
        </p:nvGraphicFramePr>
        <p:xfrm>
          <a:off x="3203575" y="2205038"/>
          <a:ext cx="1873250" cy="950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40" name="Equation" r:id="rId9" imgW="771288" imgH="390655" progId="Equation.DSMT4">
                  <p:embed/>
                </p:oleObj>
              </mc:Choice>
              <mc:Fallback>
                <p:oleObj name="Equation" r:id="rId9" imgW="771288" imgH="390655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2205038"/>
                        <a:ext cx="1873250" cy="950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72" name="Text Box 8"/>
          <p:cNvSpPr txBox="1">
            <a:spLocks noChangeArrowheads="1"/>
          </p:cNvSpPr>
          <p:nvPr/>
        </p:nvSpPr>
        <p:spPr bwMode="auto">
          <a:xfrm>
            <a:off x="1403350" y="3213100"/>
            <a:ext cx="2743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/>
              <a:t>分离变量法得</a:t>
            </a:r>
          </a:p>
        </p:txBody>
      </p:sp>
      <p:graphicFrame>
        <p:nvGraphicFramePr>
          <p:cNvPr id="88073" name="Object 9"/>
          <p:cNvGraphicFramePr>
            <a:graphicFrameLocks noChangeAspect="1"/>
          </p:cNvGraphicFramePr>
          <p:nvPr/>
        </p:nvGraphicFramePr>
        <p:xfrm>
          <a:off x="3924300" y="3213100"/>
          <a:ext cx="316865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41" name="Equation" r:id="rId11" imgW="1214314" imgH="199847" progId="Equation.DSMT4">
                  <p:embed/>
                </p:oleObj>
              </mc:Choice>
              <mc:Fallback>
                <p:oleObj name="Equation" r:id="rId11" imgW="1214314" imgH="199847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3213100"/>
                        <a:ext cx="3168650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4" name="Object 10"/>
          <p:cNvGraphicFramePr>
            <a:graphicFrameLocks noChangeAspect="1"/>
          </p:cNvGraphicFramePr>
          <p:nvPr/>
        </p:nvGraphicFramePr>
        <p:xfrm>
          <a:off x="1476375" y="3914775"/>
          <a:ext cx="2735263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42" name="Equation" r:id="rId13" imgW="1124105" imgH="209387" progId="Equation.DSMT4">
                  <p:embed/>
                </p:oleObj>
              </mc:Choice>
              <mc:Fallback>
                <p:oleObj name="Equation" r:id="rId13" imgW="1124105" imgH="209387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3914775"/>
                        <a:ext cx="2735263" cy="52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75" name="Text Box 11"/>
          <p:cNvSpPr txBox="1">
            <a:spLocks noChangeArrowheads="1"/>
          </p:cNvSpPr>
          <p:nvPr/>
        </p:nvSpPr>
        <p:spPr bwMode="auto">
          <a:xfrm>
            <a:off x="4289425" y="3895725"/>
            <a:ext cx="2514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/>
              <a:t>所求通解为</a:t>
            </a:r>
          </a:p>
        </p:txBody>
      </p:sp>
      <p:graphicFrame>
        <p:nvGraphicFramePr>
          <p:cNvPr id="88076" name="Object 12"/>
          <p:cNvGraphicFramePr>
            <a:graphicFrameLocks noChangeAspect="1"/>
          </p:cNvGraphicFramePr>
          <p:nvPr/>
        </p:nvGraphicFramePr>
        <p:xfrm>
          <a:off x="1619250" y="4614863"/>
          <a:ext cx="3024188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43" name="Equation" r:id="rId15" imgW="1228848" imgH="199847" progId="Equation.DSMT4">
                  <p:embed/>
                </p:oleObj>
              </mc:Choice>
              <mc:Fallback>
                <p:oleObj name="Equation" r:id="rId15" imgW="1228848" imgH="199847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4614863"/>
                        <a:ext cx="3024188" cy="496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7" name="Object 13"/>
          <p:cNvGraphicFramePr>
            <a:graphicFrameLocks noChangeAspect="1"/>
          </p:cNvGraphicFramePr>
          <p:nvPr/>
        </p:nvGraphicFramePr>
        <p:xfrm>
          <a:off x="4716463" y="4530725"/>
          <a:ext cx="2952750" cy="62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44" name="Equation" r:id="rId17" imgW="1124105" imgH="238008" progId="Equation.DSMT4">
                  <p:embed/>
                </p:oleObj>
              </mc:Choice>
              <mc:Fallback>
                <p:oleObj name="Equation" r:id="rId17" imgW="1124105" imgH="238008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463" y="4530725"/>
                        <a:ext cx="2952750" cy="627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78" name="Text Box 14"/>
          <p:cNvSpPr txBox="1">
            <a:spLocks noChangeArrowheads="1"/>
          </p:cNvSpPr>
          <p:nvPr/>
        </p:nvSpPr>
        <p:spPr bwMode="auto">
          <a:xfrm>
            <a:off x="611188" y="5286375"/>
            <a:ext cx="106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chemeClr val="tx2"/>
                </a:solidFill>
              </a:rPr>
              <a:t>另解</a:t>
            </a:r>
            <a:r>
              <a:rPr lang="zh-CN" altLang="en-US" sz="2800">
                <a:solidFill>
                  <a:schemeClr val="tx2"/>
                </a:solidFill>
              </a:rPr>
              <a:t>：</a:t>
            </a:r>
          </a:p>
        </p:txBody>
      </p:sp>
      <p:graphicFrame>
        <p:nvGraphicFramePr>
          <p:cNvPr id="88079" name="Object 15"/>
          <p:cNvGraphicFramePr>
            <a:graphicFrameLocks noChangeAspect="1"/>
          </p:cNvGraphicFramePr>
          <p:nvPr/>
        </p:nvGraphicFramePr>
        <p:xfrm>
          <a:off x="1778000" y="5157788"/>
          <a:ext cx="6824663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45" name="Equation" r:id="rId19" imgW="2990932" imgH="414255" progId="Equation.DSMT4">
                  <p:embed/>
                </p:oleObj>
              </mc:Choice>
              <mc:Fallback>
                <p:oleObj name="Equation" r:id="rId19" imgW="2990932" imgH="414255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8000" y="5157788"/>
                        <a:ext cx="6824663" cy="95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8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8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8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8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8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8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8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8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8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88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88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88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88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7" grpId="0" autoUpdateAnimBg="0"/>
      <p:bldP spid="88070" grpId="0" autoUpdateAnimBg="0"/>
      <p:bldP spid="88072" grpId="0" autoUpdateAnimBg="0"/>
      <p:bldP spid="88075" grpId="0" autoUpdateAnimBg="0"/>
      <p:bldP spid="88078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251520" y="76200"/>
            <a:ext cx="2232248" cy="698500"/>
          </a:xfrm>
          <a:solidFill>
            <a:schemeClr val="tx2">
              <a:lumMod val="75000"/>
            </a:schemeClr>
          </a:solidFill>
          <a:ln>
            <a:solidFill>
              <a:schemeClr val="accent2"/>
            </a:solidFill>
            <a:miter lim="800000"/>
            <a:headEnd/>
            <a:tailEnd/>
          </a:ln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3200" b="1" dirty="0">
                <a:ea typeface="楷体_GB2312" pitchFamily="49" charset="-122"/>
              </a:rPr>
              <a:t>思考与练习</a:t>
            </a:r>
          </a:p>
        </p:txBody>
      </p:sp>
      <p:sp>
        <p:nvSpPr>
          <p:cNvPr id="36867" name="Text Box 3"/>
          <p:cNvSpPr txBox="1">
            <a:spLocks noChangeArrowheads="1"/>
          </p:cNvSpPr>
          <p:nvPr/>
        </p:nvSpPr>
        <p:spPr bwMode="auto">
          <a:xfrm>
            <a:off x="609600" y="838200"/>
            <a:ext cx="3200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/>
              <a:t>判别下列方程类型</a:t>
            </a:r>
            <a:r>
              <a:rPr lang="en-US" altLang="zh-CN" sz="2800"/>
              <a:t>:</a:t>
            </a:r>
          </a:p>
        </p:txBody>
      </p:sp>
      <p:graphicFrame>
        <p:nvGraphicFramePr>
          <p:cNvPr id="36868" name="Object 4"/>
          <p:cNvGraphicFramePr>
            <a:graphicFrameLocks noChangeAspect="1"/>
          </p:cNvGraphicFramePr>
          <p:nvPr/>
        </p:nvGraphicFramePr>
        <p:xfrm>
          <a:off x="412750" y="1447800"/>
          <a:ext cx="30226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79" name="Equation" r:id="rId3" imgW="3019498" imgH="923914" progId="Equation.3">
                  <p:embed/>
                </p:oleObj>
              </mc:Choice>
              <mc:Fallback>
                <p:oleObj name="Equation" r:id="rId3" imgW="3019498" imgH="923914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750" y="1447800"/>
                        <a:ext cx="30226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2" name="Object 18"/>
          <p:cNvGraphicFramePr>
            <a:graphicFrameLocks noChangeAspect="1"/>
          </p:cNvGraphicFramePr>
          <p:nvPr/>
        </p:nvGraphicFramePr>
        <p:xfrm>
          <a:off x="412750" y="2438400"/>
          <a:ext cx="35052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80" name="Equation" r:id="rId5" imgW="3500613" imgH="923914" progId="Equation.3">
                  <p:embed/>
                </p:oleObj>
              </mc:Choice>
              <mc:Fallback>
                <p:oleObj name="Equation" r:id="rId5" imgW="3500613" imgH="923914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750" y="2438400"/>
                        <a:ext cx="35052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3" name="Object 19"/>
          <p:cNvGraphicFramePr>
            <a:graphicFrameLocks noChangeAspect="1"/>
          </p:cNvGraphicFramePr>
          <p:nvPr/>
        </p:nvGraphicFramePr>
        <p:xfrm>
          <a:off x="412750" y="3517900"/>
          <a:ext cx="38862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81" name="Equation" r:id="rId7" imgW="3881496" imgH="504638" progId="Equation.3">
                  <p:embed/>
                </p:oleObj>
              </mc:Choice>
              <mc:Fallback>
                <p:oleObj name="Equation" r:id="rId7" imgW="3881496" imgH="504638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750" y="3517900"/>
                        <a:ext cx="38862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4" name="Object 20"/>
          <p:cNvGraphicFramePr>
            <a:graphicFrameLocks noChangeAspect="1"/>
          </p:cNvGraphicFramePr>
          <p:nvPr/>
        </p:nvGraphicFramePr>
        <p:xfrm>
          <a:off x="412750" y="4508500"/>
          <a:ext cx="3933825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82" name="Equation" r:id="rId9" imgW="3933617" imgH="504638" progId="Equation.3">
                  <p:embed/>
                </p:oleObj>
              </mc:Choice>
              <mc:Fallback>
                <p:oleObj name="Equation" r:id="rId9" imgW="3933617" imgH="504638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750" y="4508500"/>
                        <a:ext cx="3933825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5" name="Object 21"/>
          <p:cNvGraphicFramePr>
            <a:graphicFrameLocks noChangeAspect="1"/>
          </p:cNvGraphicFramePr>
          <p:nvPr/>
        </p:nvGraphicFramePr>
        <p:xfrm>
          <a:off x="412750" y="5537200"/>
          <a:ext cx="3835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83" name="Equation" r:id="rId11" imgW="3828874" imgH="400195" progId="Equation.3">
                  <p:embed/>
                </p:oleObj>
              </mc:Choice>
              <mc:Fallback>
                <p:oleObj name="Equation" r:id="rId11" imgW="3828874" imgH="400195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750" y="5537200"/>
                        <a:ext cx="38354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86" name="Text Box 22"/>
          <p:cNvSpPr txBox="1">
            <a:spLocks noChangeArrowheads="1"/>
          </p:cNvSpPr>
          <p:nvPr/>
        </p:nvSpPr>
        <p:spPr bwMode="auto">
          <a:xfrm>
            <a:off x="4800600" y="914400"/>
            <a:ext cx="137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chemeClr val="tx2"/>
                </a:solidFill>
              </a:rPr>
              <a:t>提示</a:t>
            </a:r>
            <a:r>
              <a:rPr lang="en-US" altLang="zh-CN" sz="2800" b="1">
                <a:solidFill>
                  <a:schemeClr val="tx2"/>
                </a:solidFill>
              </a:rPr>
              <a:t>:</a:t>
            </a:r>
          </a:p>
        </p:txBody>
      </p:sp>
      <p:graphicFrame>
        <p:nvGraphicFramePr>
          <p:cNvPr id="36887" name="Object 23"/>
          <p:cNvGraphicFramePr>
            <a:graphicFrameLocks noChangeAspect="1"/>
          </p:cNvGraphicFramePr>
          <p:nvPr/>
        </p:nvGraphicFramePr>
        <p:xfrm>
          <a:off x="4991100" y="1447800"/>
          <a:ext cx="18923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84" name="Equation" r:id="rId13" imgW="1885871" imgH="923914" progId="Equation.3">
                  <p:embed/>
                </p:oleObj>
              </mc:Choice>
              <mc:Fallback>
                <p:oleObj name="Equation" r:id="rId13" imgW="1885871" imgH="923914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1100" y="1447800"/>
                        <a:ext cx="18923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88" name="Text Box 24"/>
          <p:cNvSpPr txBox="1">
            <a:spLocks noChangeArrowheads="1"/>
          </p:cNvSpPr>
          <p:nvPr/>
        </p:nvSpPr>
        <p:spPr bwMode="auto">
          <a:xfrm>
            <a:off x="7391400" y="1416050"/>
            <a:ext cx="15240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>
                <a:solidFill>
                  <a:srgbClr val="66FF66"/>
                </a:solidFill>
              </a:rPr>
              <a:t> </a:t>
            </a:r>
            <a:r>
              <a:rPr lang="zh-CN" altLang="en-US" sz="2400">
                <a:solidFill>
                  <a:srgbClr val="66FF66"/>
                </a:solidFill>
              </a:rPr>
              <a:t>可分离  变量方程</a:t>
            </a:r>
          </a:p>
        </p:txBody>
      </p:sp>
      <p:sp>
        <p:nvSpPr>
          <p:cNvPr id="36889" name="Line 25"/>
          <p:cNvSpPr>
            <a:spLocks noChangeShapeType="1"/>
          </p:cNvSpPr>
          <p:nvPr/>
        </p:nvSpPr>
        <p:spPr bwMode="auto">
          <a:xfrm>
            <a:off x="4419600" y="1905000"/>
            <a:ext cx="457200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90" name="Line 26"/>
          <p:cNvSpPr>
            <a:spLocks noChangeShapeType="1"/>
          </p:cNvSpPr>
          <p:nvPr/>
        </p:nvSpPr>
        <p:spPr bwMode="auto">
          <a:xfrm>
            <a:off x="4419600" y="2882900"/>
            <a:ext cx="457200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6891" name="Object 27"/>
          <p:cNvGraphicFramePr>
            <a:graphicFrameLocks noChangeAspect="1"/>
          </p:cNvGraphicFramePr>
          <p:nvPr/>
        </p:nvGraphicFramePr>
        <p:xfrm>
          <a:off x="4991100" y="2438400"/>
          <a:ext cx="16637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85" name="Equation" r:id="rId15" imgW="1657341" imgH="923914" progId="Equation.3">
                  <p:embed/>
                </p:oleObj>
              </mc:Choice>
              <mc:Fallback>
                <p:oleObj name="Equation" r:id="rId15" imgW="1657341" imgH="923914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1100" y="2438400"/>
                        <a:ext cx="16637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92" name="Text Box 28"/>
          <p:cNvSpPr txBox="1">
            <a:spLocks noChangeArrowheads="1"/>
          </p:cNvSpPr>
          <p:nvPr/>
        </p:nvSpPr>
        <p:spPr bwMode="auto">
          <a:xfrm>
            <a:off x="7467600" y="2528888"/>
            <a:ext cx="14478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>
                <a:solidFill>
                  <a:schemeClr val="accent2"/>
                </a:solidFill>
              </a:rPr>
              <a:t>齐次方程</a:t>
            </a:r>
          </a:p>
        </p:txBody>
      </p:sp>
      <p:sp>
        <p:nvSpPr>
          <p:cNvPr id="36893" name="Line 29"/>
          <p:cNvSpPr>
            <a:spLocks noChangeShapeType="1"/>
          </p:cNvSpPr>
          <p:nvPr/>
        </p:nvSpPr>
        <p:spPr bwMode="auto">
          <a:xfrm>
            <a:off x="4419600" y="3784600"/>
            <a:ext cx="457200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6894" name="Object 30"/>
          <p:cNvGraphicFramePr>
            <a:graphicFrameLocks noChangeAspect="1"/>
          </p:cNvGraphicFramePr>
          <p:nvPr/>
        </p:nvGraphicFramePr>
        <p:xfrm>
          <a:off x="4991100" y="3251200"/>
          <a:ext cx="24511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86" name="Equation" r:id="rId17" imgW="2448174" imgH="1009778" progId="Equation.3">
                  <p:embed/>
                </p:oleObj>
              </mc:Choice>
              <mc:Fallback>
                <p:oleObj name="Equation" r:id="rId17" imgW="2448174" imgH="1009778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1100" y="3251200"/>
                        <a:ext cx="24511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95" name="Text Box 31"/>
          <p:cNvSpPr txBox="1">
            <a:spLocks noChangeArrowheads="1"/>
          </p:cNvSpPr>
          <p:nvPr/>
        </p:nvSpPr>
        <p:spPr bwMode="auto">
          <a:xfrm>
            <a:off x="7543800" y="3429000"/>
            <a:ext cx="16002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>
                <a:solidFill>
                  <a:schemeClr val="tx2"/>
                </a:solidFill>
              </a:rPr>
              <a:t>线性方程</a:t>
            </a:r>
          </a:p>
        </p:txBody>
      </p:sp>
      <p:sp>
        <p:nvSpPr>
          <p:cNvPr id="36896" name="Line 32"/>
          <p:cNvSpPr>
            <a:spLocks noChangeShapeType="1"/>
          </p:cNvSpPr>
          <p:nvPr/>
        </p:nvSpPr>
        <p:spPr bwMode="auto">
          <a:xfrm>
            <a:off x="4419600" y="4787900"/>
            <a:ext cx="457200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6897" name="Object 33"/>
          <p:cNvGraphicFramePr>
            <a:graphicFrameLocks noChangeAspect="1"/>
          </p:cNvGraphicFramePr>
          <p:nvPr/>
        </p:nvGraphicFramePr>
        <p:xfrm>
          <a:off x="4991100" y="4241800"/>
          <a:ext cx="24765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87" name="Equation" r:id="rId19" imgW="2471729" imgH="1009778" progId="Equation.3">
                  <p:embed/>
                </p:oleObj>
              </mc:Choice>
              <mc:Fallback>
                <p:oleObj name="Equation" r:id="rId19" imgW="2471729" imgH="1009778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1100" y="4241800"/>
                        <a:ext cx="24765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98" name="Text Box 34"/>
          <p:cNvSpPr txBox="1">
            <a:spLocks noChangeArrowheads="1"/>
          </p:cNvSpPr>
          <p:nvPr/>
        </p:nvSpPr>
        <p:spPr bwMode="auto">
          <a:xfrm>
            <a:off x="7543800" y="4267200"/>
            <a:ext cx="1447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>
                <a:solidFill>
                  <a:schemeClr val="tx2"/>
                </a:solidFill>
              </a:rPr>
              <a:t>线性方程</a:t>
            </a:r>
          </a:p>
        </p:txBody>
      </p:sp>
      <p:sp>
        <p:nvSpPr>
          <p:cNvPr id="36899" name="Line 35"/>
          <p:cNvSpPr>
            <a:spLocks noChangeShapeType="1"/>
          </p:cNvSpPr>
          <p:nvPr/>
        </p:nvSpPr>
        <p:spPr bwMode="auto">
          <a:xfrm>
            <a:off x="4419600" y="5778500"/>
            <a:ext cx="457200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6900" name="Object 36"/>
          <p:cNvGraphicFramePr>
            <a:graphicFrameLocks noChangeAspect="1"/>
          </p:cNvGraphicFramePr>
          <p:nvPr/>
        </p:nvGraphicFramePr>
        <p:xfrm>
          <a:off x="4978400" y="5321300"/>
          <a:ext cx="27178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88" name="Equation" r:id="rId21" imgW="2714792" imgH="923914" progId="Equation.3">
                  <p:embed/>
                </p:oleObj>
              </mc:Choice>
              <mc:Fallback>
                <p:oleObj name="Equation" r:id="rId21" imgW="2714792" imgH="923914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8400" y="5321300"/>
                        <a:ext cx="27178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901" name="Text Box 37"/>
          <p:cNvSpPr txBox="1">
            <a:spLocks noChangeArrowheads="1"/>
          </p:cNvSpPr>
          <p:nvPr/>
        </p:nvSpPr>
        <p:spPr bwMode="auto">
          <a:xfrm>
            <a:off x="7772400" y="5257800"/>
            <a:ext cx="12954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>
                <a:solidFill>
                  <a:srgbClr val="66FF66"/>
                </a:solidFill>
              </a:rPr>
              <a:t>伯努利方程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6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6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6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6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6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6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6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6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6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6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6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6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6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6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6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6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6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6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6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6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autoUpdateAnimBg="0"/>
      <p:bldP spid="36886" grpId="0" autoUpdateAnimBg="0"/>
      <p:bldP spid="36888" grpId="0" autoUpdateAnimBg="0"/>
      <p:bldP spid="36892" grpId="0" autoUpdateAnimBg="0"/>
      <p:bldP spid="36895" grpId="0" autoUpdateAnimBg="0"/>
      <p:bldP spid="36898" grpId="0" autoUpdateAnimBg="0"/>
      <p:bldP spid="36901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1752600" cy="7620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3200" b="1">
                <a:ea typeface="楷体_GB2312" pitchFamily="49" charset="-122"/>
              </a:rPr>
              <a:t>备用题</a:t>
            </a:r>
            <a:endParaRPr lang="zh-CN" altLang="en-US" sz="3200" b="1">
              <a:solidFill>
                <a:schemeClr val="accent2"/>
              </a:solidFill>
              <a:ea typeface="楷体_GB2312" pitchFamily="49" charset="-122"/>
            </a:endParaRPr>
          </a:p>
        </p:txBody>
      </p:sp>
      <p:sp>
        <p:nvSpPr>
          <p:cNvPr id="37891" name="Rectangle 3"/>
          <p:cNvSpPr>
            <a:spLocks noChangeArrowheads="1"/>
          </p:cNvSpPr>
          <p:nvPr/>
        </p:nvSpPr>
        <p:spPr bwMode="auto">
          <a:xfrm>
            <a:off x="304800" y="1066800"/>
            <a:ext cx="43434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algn="ctr" eaLnBrk="1" hangingPunct="1"/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1.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求一连续可导函数</a:t>
            </a:r>
          </a:p>
        </p:txBody>
      </p:sp>
      <p:graphicFrame>
        <p:nvGraphicFramePr>
          <p:cNvPr id="37892" name="Object 4"/>
          <p:cNvGraphicFramePr>
            <a:graphicFrameLocks noChangeAspect="1"/>
          </p:cNvGraphicFramePr>
          <p:nvPr/>
        </p:nvGraphicFramePr>
        <p:xfrm>
          <a:off x="4114800" y="1225550"/>
          <a:ext cx="736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71" name="Equation" r:id="rId3" imgW="733199" imgH="400195" progId="Equation.3">
                  <p:embed/>
                </p:oleObj>
              </mc:Choice>
              <mc:Fallback>
                <p:oleObj name="Equation" r:id="rId3" imgW="733199" imgH="40019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1225550"/>
                        <a:ext cx="7366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3" name="Text Box 5"/>
          <p:cNvSpPr txBox="1">
            <a:spLocks noChangeArrowheads="1"/>
          </p:cNvSpPr>
          <p:nvPr/>
        </p:nvSpPr>
        <p:spPr bwMode="auto">
          <a:xfrm>
            <a:off x="4876800" y="1143000"/>
            <a:ext cx="3581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/>
              <a:t>使其满足下列方程</a:t>
            </a:r>
            <a:r>
              <a:rPr lang="en-US" altLang="zh-CN" sz="2800"/>
              <a:t>:</a:t>
            </a:r>
          </a:p>
        </p:txBody>
      </p:sp>
      <p:graphicFrame>
        <p:nvGraphicFramePr>
          <p:cNvPr id="37894" name="Object 6"/>
          <p:cNvGraphicFramePr>
            <a:graphicFrameLocks noChangeAspect="1"/>
          </p:cNvGraphicFramePr>
          <p:nvPr/>
        </p:nvGraphicFramePr>
        <p:xfrm>
          <a:off x="1833563" y="1739900"/>
          <a:ext cx="3957637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72" name="Equation" r:id="rId5" imgW="3957673" imgH="771769" progId="Equation.3">
                  <p:embed/>
                </p:oleObj>
              </mc:Choice>
              <mc:Fallback>
                <p:oleObj name="Equation" r:id="rId5" imgW="3957673" imgH="771769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3563" y="1739900"/>
                        <a:ext cx="3957637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7" name="Text Box 7"/>
          <p:cNvSpPr txBox="1">
            <a:spLocks noChangeArrowheads="1"/>
          </p:cNvSpPr>
          <p:nvPr/>
        </p:nvSpPr>
        <p:spPr bwMode="auto">
          <a:xfrm>
            <a:off x="609600" y="2743200"/>
            <a:ext cx="1219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chemeClr val="tx2"/>
                </a:solidFill>
              </a:rPr>
              <a:t>提示</a:t>
            </a:r>
            <a:r>
              <a:rPr lang="en-US" altLang="zh-CN" sz="2800" b="1">
                <a:solidFill>
                  <a:schemeClr val="tx2"/>
                </a:solidFill>
              </a:rPr>
              <a:t>:</a:t>
            </a:r>
            <a:endParaRPr lang="en-US" altLang="zh-CN" sz="2800"/>
          </a:p>
        </p:txBody>
      </p:sp>
      <p:sp>
        <p:nvSpPr>
          <p:cNvPr id="46088" name="Line 8"/>
          <p:cNvSpPr>
            <a:spLocks noChangeShapeType="1"/>
          </p:cNvSpPr>
          <p:nvPr/>
        </p:nvSpPr>
        <p:spPr bwMode="auto">
          <a:xfrm>
            <a:off x="3886200" y="2438400"/>
            <a:ext cx="1828800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089" name="Line 9"/>
          <p:cNvSpPr>
            <a:spLocks noChangeShapeType="1"/>
          </p:cNvSpPr>
          <p:nvPr/>
        </p:nvSpPr>
        <p:spPr bwMode="auto">
          <a:xfrm flipV="1">
            <a:off x="5715000" y="1981200"/>
            <a:ext cx="762000" cy="45720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090" name="Text Box 10"/>
          <p:cNvSpPr txBox="1">
            <a:spLocks noChangeArrowheads="1"/>
          </p:cNvSpPr>
          <p:nvPr/>
        </p:nvSpPr>
        <p:spPr bwMode="auto">
          <a:xfrm>
            <a:off x="6477000" y="1849438"/>
            <a:ext cx="76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/>
              <a:t>令</a:t>
            </a:r>
          </a:p>
        </p:txBody>
      </p:sp>
      <p:graphicFrame>
        <p:nvGraphicFramePr>
          <p:cNvPr id="46091" name="Object 11"/>
          <p:cNvGraphicFramePr>
            <a:graphicFrameLocks noChangeAspect="1"/>
          </p:cNvGraphicFramePr>
          <p:nvPr/>
        </p:nvGraphicFramePr>
        <p:xfrm>
          <a:off x="6965950" y="1982788"/>
          <a:ext cx="1339850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73" name="公式" r:id="rId7" imgW="528725" imgH="147625" progId="Equation.3">
                  <p:embed/>
                </p:oleObj>
              </mc:Choice>
              <mc:Fallback>
                <p:oleObj name="公式" r:id="rId7" imgW="528725" imgH="147625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5950" y="1982788"/>
                        <a:ext cx="1339850" cy="379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92" name="Rectangle 12"/>
          <p:cNvSpPr>
            <a:spLocks noChangeArrowheads="1"/>
          </p:cNvSpPr>
          <p:nvPr/>
        </p:nvSpPr>
        <p:spPr bwMode="auto">
          <a:xfrm>
            <a:off x="6477000" y="1849438"/>
            <a:ext cx="1905000" cy="533400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/>
            <a:endParaRPr lang="zh-CN" altLang="en-US" sz="2800"/>
          </a:p>
        </p:txBody>
      </p:sp>
      <p:graphicFrame>
        <p:nvGraphicFramePr>
          <p:cNvPr id="46093" name="Object 13"/>
          <p:cNvGraphicFramePr>
            <a:graphicFrameLocks noChangeAspect="1"/>
          </p:cNvGraphicFramePr>
          <p:nvPr/>
        </p:nvGraphicFramePr>
        <p:xfrm>
          <a:off x="1739900" y="2654300"/>
          <a:ext cx="35941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74" name="Equation" r:id="rId9" imgW="3590822" imgH="771769" progId="Equation.3">
                  <p:embed/>
                </p:oleObj>
              </mc:Choice>
              <mc:Fallback>
                <p:oleObj name="Equation" r:id="rId9" imgW="3590822" imgH="771769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9900" y="2654300"/>
                        <a:ext cx="3594100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94" name="Text Box 14"/>
          <p:cNvSpPr txBox="1">
            <a:spLocks noChangeArrowheads="1"/>
          </p:cNvSpPr>
          <p:nvPr/>
        </p:nvSpPr>
        <p:spPr bwMode="auto">
          <a:xfrm>
            <a:off x="1752600" y="3748088"/>
            <a:ext cx="1143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/>
              <a:t>则有</a:t>
            </a:r>
          </a:p>
        </p:txBody>
      </p:sp>
      <p:sp>
        <p:nvSpPr>
          <p:cNvPr id="46095" name="AutoShape 15"/>
          <p:cNvSpPr>
            <a:spLocks/>
          </p:cNvSpPr>
          <p:nvPr/>
        </p:nvSpPr>
        <p:spPr bwMode="auto">
          <a:xfrm>
            <a:off x="2752725" y="3590925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/>
            <a:endParaRPr lang="zh-CN" altLang="en-US" sz="2800"/>
          </a:p>
        </p:txBody>
      </p:sp>
      <p:graphicFrame>
        <p:nvGraphicFramePr>
          <p:cNvPr id="46096" name="Object 16"/>
          <p:cNvGraphicFramePr>
            <a:graphicFrameLocks noChangeAspect="1"/>
          </p:cNvGraphicFramePr>
          <p:nvPr/>
        </p:nvGraphicFramePr>
        <p:xfrm>
          <a:off x="2971800" y="3505200"/>
          <a:ext cx="29718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75" name="Equation" r:id="rId11" imgW="2966876" imgH="414255" progId="Equation.3">
                  <p:embed/>
                </p:oleObj>
              </mc:Choice>
              <mc:Fallback>
                <p:oleObj name="Equation" r:id="rId11" imgW="2966876" imgH="414255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3505200"/>
                        <a:ext cx="29718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97" name="Object 17"/>
          <p:cNvGraphicFramePr>
            <a:graphicFrameLocks noChangeAspect="1"/>
          </p:cNvGraphicFramePr>
          <p:nvPr/>
        </p:nvGraphicFramePr>
        <p:xfrm>
          <a:off x="2971800" y="4127500"/>
          <a:ext cx="1282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76" name="Equation" r:id="rId13" imgW="1276458" imgH="400195" progId="Equation.3">
                  <p:embed/>
                </p:oleObj>
              </mc:Choice>
              <mc:Fallback>
                <p:oleObj name="Equation" r:id="rId13" imgW="1276458" imgH="400195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4127500"/>
                        <a:ext cx="12827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98" name="Text Box 18"/>
          <p:cNvSpPr txBox="1">
            <a:spLocks noChangeArrowheads="1"/>
          </p:cNvSpPr>
          <p:nvPr/>
        </p:nvSpPr>
        <p:spPr bwMode="auto">
          <a:xfrm>
            <a:off x="609600" y="4648200"/>
            <a:ext cx="3048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/>
              <a:t>利用公式可求出</a:t>
            </a:r>
          </a:p>
        </p:txBody>
      </p:sp>
      <p:graphicFrame>
        <p:nvGraphicFramePr>
          <p:cNvPr id="46099" name="Object 19"/>
          <p:cNvGraphicFramePr>
            <a:graphicFrameLocks noChangeAspect="1"/>
          </p:cNvGraphicFramePr>
          <p:nvPr/>
        </p:nvGraphicFramePr>
        <p:xfrm>
          <a:off x="2171700" y="5321300"/>
          <a:ext cx="42291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77" name="Equation" r:id="rId15" imgW="4224291" imgH="847591" progId="Equation.3">
                  <p:embed/>
                </p:oleObj>
              </mc:Choice>
              <mc:Fallback>
                <p:oleObj name="Equation" r:id="rId15" imgW="4224291" imgH="847591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1700" y="5321300"/>
                        <a:ext cx="42291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6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6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6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6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6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6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6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6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6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6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6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7" grpId="0" autoUpdateAnimBg="0"/>
      <p:bldP spid="46090" grpId="0" autoUpdateAnimBg="0"/>
      <p:bldP spid="46094" grpId="0" autoUpdateAnimBg="0"/>
      <p:bldP spid="46098" grpId="0" autoUpdateAnimBg="0"/>
    </p:bldLst>
  </p:timing>
</p:sld>
</file>

<file path=ppt/theme/theme1.xml><?xml version="1.0" encoding="utf-8"?>
<a:theme xmlns:a="http://schemas.openxmlformats.org/drawingml/2006/main" name="深度">
  <a:themeElements>
    <a:clrScheme name="红色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深度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深度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深度</Template>
  <TotalTime>2759</TotalTime>
  <Words>1059</Words>
  <Application>Microsoft Office PowerPoint</Application>
  <PresentationFormat>全屏显示(4:3)</PresentationFormat>
  <Paragraphs>225</Paragraphs>
  <Slides>29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29</vt:i4>
      </vt:variant>
    </vt:vector>
  </HeadingPairs>
  <TitlesOfParts>
    <vt:vector size="44" baseType="lpstr">
      <vt:lpstr>仿宋_GB2312</vt:lpstr>
      <vt:lpstr>华文楷体</vt:lpstr>
      <vt:lpstr>华文行楷</vt:lpstr>
      <vt:lpstr>楷体_GB2312</vt:lpstr>
      <vt:lpstr>宋体</vt:lpstr>
      <vt:lpstr>Algerian</vt:lpstr>
      <vt:lpstr>Arial</vt:lpstr>
      <vt:lpstr>Calibri</vt:lpstr>
      <vt:lpstr>Cambria Math</vt:lpstr>
      <vt:lpstr>Corbel</vt:lpstr>
      <vt:lpstr>Symbol</vt:lpstr>
      <vt:lpstr>Times New Roman</vt:lpstr>
      <vt:lpstr>深度</vt:lpstr>
      <vt:lpstr>Equation</vt:lpstr>
      <vt:lpstr>公式</vt:lpstr>
      <vt:lpstr>PowerPoint 演示文稿</vt:lpstr>
      <vt:lpstr>分离变量方程的解法:</vt:lpstr>
      <vt:lpstr>例1. 求微分方程</vt:lpstr>
      <vt:lpstr>例2. 解初值问题</vt:lpstr>
      <vt:lpstr>练习:</vt:lpstr>
      <vt:lpstr>PowerPoint 演示文稿</vt:lpstr>
      <vt:lpstr>例4. </vt:lpstr>
      <vt:lpstr>思考与练习</vt:lpstr>
      <vt:lpstr>7.2.2 一阶线性微分方程</vt:lpstr>
      <vt:lpstr>2. 解非齐次方程</vt:lpstr>
      <vt:lpstr>PowerPoint 演示文稿</vt:lpstr>
      <vt:lpstr>PowerPoint 演示文稿</vt:lpstr>
      <vt:lpstr>例5. 解方程 </vt:lpstr>
      <vt:lpstr>PowerPoint 演示文稿</vt:lpstr>
      <vt:lpstr>PowerPoint 演示文稿</vt:lpstr>
      <vt:lpstr>PowerPoint 演示文稿</vt:lpstr>
      <vt:lpstr>7.2.3  变量代换——齐次方程</vt:lpstr>
      <vt:lpstr>例8. 解微分方程</vt:lpstr>
      <vt:lpstr>例9.  解微分方程</vt:lpstr>
      <vt:lpstr>例10. 在制造探照灯反射镜面时,</vt:lpstr>
      <vt:lpstr>PowerPoint 演示文稿</vt:lpstr>
      <vt:lpstr>说明:</vt:lpstr>
      <vt:lpstr>2、伯努利 ( Bernoulli )方程 </vt:lpstr>
      <vt:lpstr>PowerPoint 演示文稿</vt:lpstr>
      <vt:lpstr>例11. 求方程</vt:lpstr>
      <vt:lpstr>PowerPoint 演示文稿</vt:lpstr>
      <vt:lpstr>PowerPoint 演示文稿</vt:lpstr>
      <vt:lpstr>思考与练习</vt:lpstr>
      <vt:lpstr>备用题</vt:lpstr>
    </vt:vector>
  </TitlesOfParts>
  <Manager/>
  <Company>中国矿业大学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第十二章  微分方程</dc:title>
  <dc:creator>曹女士</dc:creator>
  <cp:lastModifiedBy>Administrator</cp:lastModifiedBy>
  <cp:revision>136</cp:revision>
  <dcterms:created xsi:type="dcterms:W3CDTF">2000-05-06T00:19:13Z</dcterms:created>
  <dcterms:modified xsi:type="dcterms:W3CDTF">2021-12-16T13:18:59Z</dcterms:modified>
</cp:coreProperties>
</file>